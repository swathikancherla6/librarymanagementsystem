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  <p:sldId id="269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i Gella" userId="0da28a48-2363-47a7-ad61-1033c2cb5c58" providerId="ADAL" clId="{0114AECE-97E7-4B89-B486-31D72D191231}"/>
    <pc:docChg chg="custSel modSld">
      <pc:chgData name="Sravani Gella" userId="0da28a48-2363-47a7-ad61-1033c2cb5c58" providerId="ADAL" clId="{0114AECE-97E7-4B89-B486-31D72D191231}" dt="2026-07-06T11:04:26.359" v="41" actId="14100"/>
      <pc:docMkLst>
        <pc:docMk/>
      </pc:docMkLst>
      <pc:sldChg chg="modSp mod">
        <pc:chgData name="Sravani Gella" userId="0da28a48-2363-47a7-ad61-1033c2cb5c58" providerId="ADAL" clId="{0114AECE-97E7-4B89-B486-31D72D191231}" dt="2026-07-06T10:55:40.037" v="26" actId="20577"/>
        <pc:sldMkLst>
          <pc:docMk/>
          <pc:sldMk cId="3356862959" sldId="261"/>
        </pc:sldMkLst>
        <pc:spChg chg="mod">
          <ac:chgData name="Sravani Gella" userId="0da28a48-2363-47a7-ad61-1033c2cb5c58" providerId="ADAL" clId="{0114AECE-97E7-4B89-B486-31D72D191231}" dt="2026-07-06T10:55:40.037" v="26" actId="20577"/>
          <ac:spMkLst>
            <pc:docMk/>
            <pc:sldMk cId="3356862959" sldId="261"/>
            <ac:spMk id="34" creationId="{176F5537-C184-CEAA-AEA4-0FFB71F7D520}"/>
          </ac:spMkLst>
        </pc:spChg>
      </pc:sldChg>
      <pc:sldChg chg="addSp delSp modSp mod">
        <pc:chgData name="Sravani Gella" userId="0da28a48-2363-47a7-ad61-1033c2cb5c58" providerId="ADAL" clId="{0114AECE-97E7-4B89-B486-31D72D191231}" dt="2026-07-06T11:04:26.359" v="41" actId="14100"/>
        <pc:sldMkLst>
          <pc:docMk/>
          <pc:sldMk cId="21171318" sldId="262"/>
        </pc:sldMkLst>
        <pc:spChg chg="mod">
          <ac:chgData name="Sravani Gella" userId="0da28a48-2363-47a7-ad61-1033c2cb5c58" providerId="ADAL" clId="{0114AECE-97E7-4B89-B486-31D72D191231}" dt="2026-07-06T11:04:06.252" v="34" actId="14100"/>
          <ac:spMkLst>
            <pc:docMk/>
            <pc:sldMk cId="21171318" sldId="262"/>
            <ac:spMk id="2" creationId="{9C760B7A-DE91-ACB4-B81F-1CB7FE5FA260}"/>
          </ac:spMkLst>
        </pc:spChg>
        <pc:spChg chg="del">
          <ac:chgData name="Sravani Gella" userId="0da28a48-2363-47a7-ad61-1033c2cb5c58" providerId="ADAL" clId="{0114AECE-97E7-4B89-B486-31D72D191231}" dt="2026-07-06T11:03:39.792" v="28"/>
          <ac:spMkLst>
            <pc:docMk/>
            <pc:sldMk cId="21171318" sldId="262"/>
            <ac:spMk id="3" creationId="{3C1C1EA4-D85E-1EB3-7F7A-8B576906FD1C}"/>
          </ac:spMkLst>
        </pc:spChg>
        <pc:picChg chg="add mod ord">
          <ac:chgData name="Sravani Gella" userId="0da28a48-2363-47a7-ad61-1033c2cb5c58" providerId="ADAL" clId="{0114AECE-97E7-4B89-B486-31D72D191231}" dt="2026-07-06T11:04:26.359" v="41" actId="14100"/>
          <ac:picMkLst>
            <pc:docMk/>
            <pc:sldMk cId="21171318" sldId="262"/>
            <ac:picMk id="5" creationId="{737EE910-4090-641D-F8BD-79A42472119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AB46DC-68CF-43D7-B738-5866BF2FF20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7C01D4-E502-4404-9069-B42624ED0861}">
      <dgm:prSet/>
      <dgm:spPr/>
      <dgm:t>
        <a:bodyPr/>
        <a:lstStyle/>
        <a:p>
          <a:r>
            <a:rPr lang="en-IN" dirty="0"/>
            <a:t> User Authentication</a:t>
          </a:r>
          <a:endParaRPr lang="en-US" dirty="0"/>
        </a:p>
      </dgm:t>
    </dgm:pt>
    <dgm:pt modelId="{E734D2F2-0DB7-4F39-81A8-84866E0A21AF}" type="parTrans" cxnId="{A7698D50-6E58-4669-99F2-3DE392400554}">
      <dgm:prSet/>
      <dgm:spPr/>
      <dgm:t>
        <a:bodyPr/>
        <a:lstStyle/>
        <a:p>
          <a:endParaRPr lang="en-US"/>
        </a:p>
      </dgm:t>
    </dgm:pt>
    <dgm:pt modelId="{E9EF3F0C-3ED0-4B6E-9ABE-6A35E48D3753}" type="sibTrans" cxnId="{A7698D50-6E58-4669-99F2-3DE392400554}">
      <dgm:prSet/>
      <dgm:spPr/>
      <dgm:t>
        <a:bodyPr/>
        <a:lstStyle/>
        <a:p>
          <a:endParaRPr lang="en-US"/>
        </a:p>
      </dgm:t>
    </dgm:pt>
    <dgm:pt modelId="{CC4C70EC-7449-4D0B-B8D7-D1DD63C11CEC}">
      <dgm:prSet/>
      <dgm:spPr/>
      <dgm:t>
        <a:bodyPr/>
        <a:lstStyle/>
        <a:p>
          <a:r>
            <a:rPr lang="en-IN" dirty="0"/>
            <a:t>Dashboard Overview</a:t>
          </a:r>
          <a:endParaRPr lang="en-US" dirty="0"/>
        </a:p>
      </dgm:t>
    </dgm:pt>
    <dgm:pt modelId="{834AB7B9-CFDB-4E3F-B2D9-D9DB0169B729}" type="parTrans" cxnId="{31E76C99-B7C6-4B89-BD08-3054C846F75B}">
      <dgm:prSet/>
      <dgm:spPr/>
      <dgm:t>
        <a:bodyPr/>
        <a:lstStyle/>
        <a:p>
          <a:endParaRPr lang="en-US"/>
        </a:p>
      </dgm:t>
    </dgm:pt>
    <dgm:pt modelId="{332DC76A-156E-4740-A825-EE3F7F9C3513}" type="sibTrans" cxnId="{31E76C99-B7C6-4B89-BD08-3054C846F75B}">
      <dgm:prSet/>
      <dgm:spPr/>
      <dgm:t>
        <a:bodyPr/>
        <a:lstStyle/>
        <a:p>
          <a:endParaRPr lang="en-US"/>
        </a:p>
      </dgm:t>
    </dgm:pt>
    <dgm:pt modelId="{DFB78EB8-8B70-4345-9CB0-D5A5BCEA779C}">
      <dgm:prSet/>
      <dgm:spPr/>
      <dgm:t>
        <a:bodyPr/>
        <a:lstStyle/>
        <a:p>
          <a:r>
            <a:rPr lang="en-IN" dirty="0"/>
            <a:t> Book Management</a:t>
          </a:r>
          <a:endParaRPr lang="en-US" dirty="0"/>
        </a:p>
      </dgm:t>
    </dgm:pt>
    <dgm:pt modelId="{7A18E075-5405-4311-A788-A6E7C3F232D3}" type="parTrans" cxnId="{C0E12E9E-0DE8-4D9D-A11C-2A6C1FAA9754}">
      <dgm:prSet/>
      <dgm:spPr/>
      <dgm:t>
        <a:bodyPr/>
        <a:lstStyle/>
        <a:p>
          <a:endParaRPr lang="en-US"/>
        </a:p>
      </dgm:t>
    </dgm:pt>
    <dgm:pt modelId="{ACEC8222-7228-4820-9A11-790CEDF2AE0F}" type="sibTrans" cxnId="{C0E12E9E-0DE8-4D9D-A11C-2A6C1FAA9754}">
      <dgm:prSet/>
      <dgm:spPr/>
      <dgm:t>
        <a:bodyPr/>
        <a:lstStyle/>
        <a:p>
          <a:endParaRPr lang="en-US"/>
        </a:p>
      </dgm:t>
    </dgm:pt>
    <dgm:pt modelId="{7B644402-6E0C-4E23-ADBF-6E8BEEE98041}">
      <dgm:prSet/>
      <dgm:spPr/>
      <dgm:t>
        <a:bodyPr/>
        <a:lstStyle/>
        <a:p>
          <a:r>
            <a:rPr lang="en-IN" dirty="0"/>
            <a:t> Search &amp; Filter Books</a:t>
          </a:r>
          <a:endParaRPr lang="en-US" dirty="0"/>
        </a:p>
      </dgm:t>
    </dgm:pt>
    <dgm:pt modelId="{464AA12C-D793-4131-A5BC-63B234FE4376}" type="parTrans" cxnId="{D75E479D-425D-4837-8B9B-9618BB05878D}">
      <dgm:prSet/>
      <dgm:spPr/>
      <dgm:t>
        <a:bodyPr/>
        <a:lstStyle/>
        <a:p>
          <a:endParaRPr lang="en-US"/>
        </a:p>
      </dgm:t>
    </dgm:pt>
    <dgm:pt modelId="{36099EA6-F2F0-4D7A-9C23-0883636D4D57}" type="sibTrans" cxnId="{D75E479D-425D-4837-8B9B-9618BB05878D}">
      <dgm:prSet/>
      <dgm:spPr/>
      <dgm:t>
        <a:bodyPr/>
        <a:lstStyle/>
        <a:p>
          <a:endParaRPr lang="en-US"/>
        </a:p>
      </dgm:t>
    </dgm:pt>
    <dgm:pt modelId="{73948075-0837-4EEB-8FA1-759798AAE007}">
      <dgm:prSet/>
      <dgm:spPr/>
      <dgm:t>
        <a:bodyPr/>
        <a:lstStyle/>
        <a:p>
          <a:r>
            <a:rPr lang="en-IN" dirty="0"/>
            <a:t>Borrow Books</a:t>
          </a:r>
          <a:endParaRPr lang="en-US" dirty="0"/>
        </a:p>
      </dgm:t>
    </dgm:pt>
    <dgm:pt modelId="{72D0C5A9-1E1B-44FE-A3F1-1A26FCD4379E}" type="parTrans" cxnId="{F7A24772-A5FE-4808-A61A-3027BE944FFD}">
      <dgm:prSet/>
      <dgm:spPr/>
      <dgm:t>
        <a:bodyPr/>
        <a:lstStyle/>
        <a:p>
          <a:endParaRPr lang="en-US"/>
        </a:p>
      </dgm:t>
    </dgm:pt>
    <dgm:pt modelId="{EF3AE79C-70E7-4598-A3EF-AD873CD7BAF8}" type="sibTrans" cxnId="{F7A24772-A5FE-4808-A61A-3027BE944FFD}">
      <dgm:prSet/>
      <dgm:spPr/>
      <dgm:t>
        <a:bodyPr/>
        <a:lstStyle/>
        <a:p>
          <a:endParaRPr lang="en-US"/>
        </a:p>
      </dgm:t>
    </dgm:pt>
    <dgm:pt modelId="{2C7A4855-F887-45BA-985C-342886A957F6}">
      <dgm:prSet/>
      <dgm:spPr/>
      <dgm:t>
        <a:bodyPr/>
        <a:lstStyle/>
        <a:p>
          <a:r>
            <a:rPr lang="en-IN" dirty="0"/>
            <a:t> Return Books</a:t>
          </a:r>
          <a:endParaRPr lang="en-US" dirty="0"/>
        </a:p>
      </dgm:t>
    </dgm:pt>
    <dgm:pt modelId="{FDD4F9C2-EDF7-4312-B8E5-42D095F01D2B}" type="parTrans" cxnId="{ECC767D2-A9EB-4F6A-85B9-66D4625A8F40}">
      <dgm:prSet/>
      <dgm:spPr/>
      <dgm:t>
        <a:bodyPr/>
        <a:lstStyle/>
        <a:p>
          <a:endParaRPr lang="en-US"/>
        </a:p>
      </dgm:t>
    </dgm:pt>
    <dgm:pt modelId="{F50BA915-6BD1-436B-8A1F-C04B72665D59}" type="sibTrans" cxnId="{ECC767D2-A9EB-4F6A-85B9-66D4625A8F40}">
      <dgm:prSet/>
      <dgm:spPr/>
      <dgm:t>
        <a:bodyPr/>
        <a:lstStyle/>
        <a:p>
          <a:endParaRPr lang="en-US"/>
        </a:p>
      </dgm:t>
    </dgm:pt>
    <dgm:pt modelId="{60C24D2A-FC67-4044-8D73-E69044A77966}">
      <dgm:prSet/>
      <dgm:spPr/>
      <dgm:t>
        <a:bodyPr/>
        <a:lstStyle/>
        <a:p>
          <a:r>
            <a:rPr lang="en-IN" dirty="0"/>
            <a:t>Fine Management</a:t>
          </a:r>
          <a:endParaRPr lang="en-US" dirty="0"/>
        </a:p>
      </dgm:t>
    </dgm:pt>
    <dgm:pt modelId="{4C6348FE-693B-44F8-9ADC-B343ED76C06A}" type="parTrans" cxnId="{D90F8D6F-89AF-42B9-BB0F-F6F7A91C17F0}">
      <dgm:prSet/>
      <dgm:spPr/>
      <dgm:t>
        <a:bodyPr/>
        <a:lstStyle/>
        <a:p>
          <a:endParaRPr lang="en-US"/>
        </a:p>
      </dgm:t>
    </dgm:pt>
    <dgm:pt modelId="{7A2E0309-6DC5-41AA-8239-793F26F88F7B}" type="sibTrans" cxnId="{D90F8D6F-89AF-42B9-BB0F-F6F7A91C17F0}">
      <dgm:prSet/>
      <dgm:spPr/>
      <dgm:t>
        <a:bodyPr/>
        <a:lstStyle/>
        <a:p>
          <a:endParaRPr lang="en-US"/>
        </a:p>
      </dgm:t>
    </dgm:pt>
    <dgm:pt modelId="{AA9C7B69-800F-4EBF-BE03-1114493F09E1}">
      <dgm:prSet/>
      <dgm:spPr/>
      <dgm:t>
        <a:bodyPr/>
        <a:lstStyle/>
        <a:p>
          <a:r>
            <a:rPr lang="en-IN" dirty="0"/>
            <a:t>Wishlist Management</a:t>
          </a:r>
          <a:endParaRPr lang="en-US" dirty="0"/>
        </a:p>
      </dgm:t>
    </dgm:pt>
    <dgm:pt modelId="{790303DB-E9B1-4202-B100-4F3A9A5476EA}" type="parTrans" cxnId="{E2A4A93D-11F4-4226-9079-098517A3FFB6}">
      <dgm:prSet/>
      <dgm:spPr/>
      <dgm:t>
        <a:bodyPr/>
        <a:lstStyle/>
        <a:p>
          <a:endParaRPr lang="en-US"/>
        </a:p>
      </dgm:t>
    </dgm:pt>
    <dgm:pt modelId="{B241D44D-C3FD-45DD-9B64-0BEBD1A16326}" type="sibTrans" cxnId="{E2A4A93D-11F4-4226-9079-098517A3FFB6}">
      <dgm:prSet/>
      <dgm:spPr/>
      <dgm:t>
        <a:bodyPr/>
        <a:lstStyle/>
        <a:p>
          <a:endParaRPr lang="en-US"/>
        </a:p>
      </dgm:t>
    </dgm:pt>
    <dgm:pt modelId="{177DA731-6519-43C4-B9AD-0091792B64FB}">
      <dgm:prSet/>
      <dgm:spPr/>
      <dgm:t>
        <a:bodyPr/>
        <a:lstStyle/>
        <a:p>
          <a:r>
            <a:rPr lang="en-IN" dirty="0"/>
            <a:t>User Profile Management</a:t>
          </a:r>
          <a:endParaRPr lang="en-US" dirty="0"/>
        </a:p>
      </dgm:t>
    </dgm:pt>
    <dgm:pt modelId="{5EB02023-C81F-4BC7-BE2D-C1652EA0470F}" type="parTrans" cxnId="{676B727E-B151-4462-A5AA-908DF2238E49}">
      <dgm:prSet/>
      <dgm:spPr/>
      <dgm:t>
        <a:bodyPr/>
        <a:lstStyle/>
        <a:p>
          <a:endParaRPr lang="en-US"/>
        </a:p>
      </dgm:t>
    </dgm:pt>
    <dgm:pt modelId="{13A3C683-F91E-495C-922F-34D596C5331F}" type="sibTrans" cxnId="{676B727E-B151-4462-A5AA-908DF2238E49}">
      <dgm:prSet/>
      <dgm:spPr/>
      <dgm:t>
        <a:bodyPr/>
        <a:lstStyle/>
        <a:p>
          <a:endParaRPr lang="en-US"/>
        </a:p>
      </dgm:t>
    </dgm:pt>
    <dgm:pt modelId="{4DC0BB79-4AB9-4765-9D1A-54110CCB744F}">
      <dgm:prSet/>
      <dgm:spPr/>
      <dgm:t>
        <a:bodyPr/>
        <a:lstStyle/>
        <a:p>
          <a:r>
            <a:rPr lang="en-IN" dirty="0"/>
            <a:t>Dark/Light Theme Support</a:t>
          </a:r>
          <a:endParaRPr lang="en-US" dirty="0"/>
        </a:p>
      </dgm:t>
    </dgm:pt>
    <dgm:pt modelId="{6687E5D0-F264-4E09-9EDC-5692A0EB3A08}" type="parTrans" cxnId="{010E4606-838F-4639-90DE-8CEEAACD668F}">
      <dgm:prSet/>
      <dgm:spPr/>
      <dgm:t>
        <a:bodyPr/>
        <a:lstStyle/>
        <a:p>
          <a:endParaRPr lang="en-US"/>
        </a:p>
      </dgm:t>
    </dgm:pt>
    <dgm:pt modelId="{A70F30B6-8BE0-4096-8594-BD1B5E9EEA03}" type="sibTrans" cxnId="{010E4606-838F-4639-90DE-8CEEAACD668F}">
      <dgm:prSet/>
      <dgm:spPr/>
      <dgm:t>
        <a:bodyPr/>
        <a:lstStyle/>
        <a:p>
          <a:endParaRPr lang="en-US"/>
        </a:p>
      </dgm:t>
    </dgm:pt>
    <dgm:pt modelId="{D017585E-F296-4954-B178-9FCD6D4D4F0E}" type="pres">
      <dgm:prSet presAssocID="{98AB46DC-68CF-43D7-B738-5866BF2FF205}" presName="diagram" presStyleCnt="0">
        <dgm:presLayoutVars>
          <dgm:dir/>
          <dgm:resizeHandles val="exact"/>
        </dgm:presLayoutVars>
      </dgm:prSet>
      <dgm:spPr/>
    </dgm:pt>
    <dgm:pt modelId="{9B5D6A7E-2837-46B3-9774-A281E45EACB0}" type="pres">
      <dgm:prSet presAssocID="{1E7C01D4-E502-4404-9069-B42624ED0861}" presName="node" presStyleLbl="node1" presStyleIdx="0" presStyleCnt="10">
        <dgm:presLayoutVars>
          <dgm:bulletEnabled val="1"/>
        </dgm:presLayoutVars>
      </dgm:prSet>
      <dgm:spPr/>
    </dgm:pt>
    <dgm:pt modelId="{730BB09E-C079-4A0C-9808-DBD185433FDE}" type="pres">
      <dgm:prSet presAssocID="{E9EF3F0C-3ED0-4B6E-9ABE-6A35E48D3753}" presName="sibTrans" presStyleCnt="0"/>
      <dgm:spPr/>
    </dgm:pt>
    <dgm:pt modelId="{22140879-75A4-4CA3-8AB7-686B8201B5C1}" type="pres">
      <dgm:prSet presAssocID="{CC4C70EC-7449-4D0B-B8D7-D1DD63C11CEC}" presName="node" presStyleLbl="node1" presStyleIdx="1" presStyleCnt="10">
        <dgm:presLayoutVars>
          <dgm:bulletEnabled val="1"/>
        </dgm:presLayoutVars>
      </dgm:prSet>
      <dgm:spPr/>
    </dgm:pt>
    <dgm:pt modelId="{DC47831D-AAA9-4A63-8E8E-AADB6EFBE8E6}" type="pres">
      <dgm:prSet presAssocID="{332DC76A-156E-4740-A825-EE3F7F9C3513}" presName="sibTrans" presStyleCnt="0"/>
      <dgm:spPr/>
    </dgm:pt>
    <dgm:pt modelId="{93A9C182-F583-4DEA-8C41-B7721F7B4FC0}" type="pres">
      <dgm:prSet presAssocID="{DFB78EB8-8B70-4345-9CB0-D5A5BCEA779C}" presName="node" presStyleLbl="node1" presStyleIdx="2" presStyleCnt="10">
        <dgm:presLayoutVars>
          <dgm:bulletEnabled val="1"/>
        </dgm:presLayoutVars>
      </dgm:prSet>
      <dgm:spPr/>
    </dgm:pt>
    <dgm:pt modelId="{CBE44582-1BA6-4677-A1AA-DA3E0A7225FD}" type="pres">
      <dgm:prSet presAssocID="{ACEC8222-7228-4820-9A11-790CEDF2AE0F}" presName="sibTrans" presStyleCnt="0"/>
      <dgm:spPr/>
    </dgm:pt>
    <dgm:pt modelId="{B5AE6920-5F68-4383-A78F-280A05E98762}" type="pres">
      <dgm:prSet presAssocID="{7B644402-6E0C-4E23-ADBF-6E8BEEE98041}" presName="node" presStyleLbl="node1" presStyleIdx="3" presStyleCnt="10">
        <dgm:presLayoutVars>
          <dgm:bulletEnabled val="1"/>
        </dgm:presLayoutVars>
      </dgm:prSet>
      <dgm:spPr/>
    </dgm:pt>
    <dgm:pt modelId="{21B82870-3005-4718-B419-E6BD7231E614}" type="pres">
      <dgm:prSet presAssocID="{36099EA6-F2F0-4D7A-9C23-0883636D4D57}" presName="sibTrans" presStyleCnt="0"/>
      <dgm:spPr/>
    </dgm:pt>
    <dgm:pt modelId="{AA3AEC59-00EB-449C-9366-C1305D52272D}" type="pres">
      <dgm:prSet presAssocID="{73948075-0837-4EEB-8FA1-759798AAE007}" presName="node" presStyleLbl="node1" presStyleIdx="4" presStyleCnt="10">
        <dgm:presLayoutVars>
          <dgm:bulletEnabled val="1"/>
        </dgm:presLayoutVars>
      </dgm:prSet>
      <dgm:spPr/>
    </dgm:pt>
    <dgm:pt modelId="{9B38729F-4031-4A3B-9E2B-AF3EF7E0809F}" type="pres">
      <dgm:prSet presAssocID="{EF3AE79C-70E7-4598-A3EF-AD873CD7BAF8}" presName="sibTrans" presStyleCnt="0"/>
      <dgm:spPr/>
    </dgm:pt>
    <dgm:pt modelId="{AD7F8BDB-7065-4BCE-9108-ECA1DA0246EE}" type="pres">
      <dgm:prSet presAssocID="{2C7A4855-F887-45BA-985C-342886A957F6}" presName="node" presStyleLbl="node1" presStyleIdx="5" presStyleCnt="10">
        <dgm:presLayoutVars>
          <dgm:bulletEnabled val="1"/>
        </dgm:presLayoutVars>
      </dgm:prSet>
      <dgm:spPr/>
    </dgm:pt>
    <dgm:pt modelId="{34BE6AEB-A027-473C-8915-3D580E27DCC8}" type="pres">
      <dgm:prSet presAssocID="{F50BA915-6BD1-436B-8A1F-C04B72665D59}" presName="sibTrans" presStyleCnt="0"/>
      <dgm:spPr/>
    </dgm:pt>
    <dgm:pt modelId="{FF7D0732-D3A1-4571-A4B0-1D884DA6509F}" type="pres">
      <dgm:prSet presAssocID="{60C24D2A-FC67-4044-8D73-E69044A77966}" presName="node" presStyleLbl="node1" presStyleIdx="6" presStyleCnt="10">
        <dgm:presLayoutVars>
          <dgm:bulletEnabled val="1"/>
        </dgm:presLayoutVars>
      </dgm:prSet>
      <dgm:spPr/>
    </dgm:pt>
    <dgm:pt modelId="{FBC52741-C32B-410F-A6EE-EEC66859FA72}" type="pres">
      <dgm:prSet presAssocID="{7A2E0309-6DC5-41AA-8239-793F26F88F7B}" presName="sibTrans" presStyleCnt="0"/>
      <dgm:spPr/>
    </dgm:pt>
    <dgm:pt modelId="{BF8EB317-0FBD-4A62-BC1A-208997DC2B59}" type="pres">
      <dgm:prSet presAssocID="{AA9C7B69-800F-4EBF-BE03-1114493F09E1}" presName="node" presStyleLbl="node1" presStyleIdx="7" presStyleCnt="10">
        <dgm:presLayoutVars>
          <dgm:bulletEnabled val="1"/>
        </dgm:presLayoutVars>
      </dgm:prSet>
      <dgm:spPr/>
    </dgm:pt>
    <dgm:pt modelId="{75F4C422-2BF6-4560-A7AC-97BD2D4F4F32}" type="pres">
      <dgm:prSet presAssocID="{B241D44D-C3FD-45DD-9B64-0BEBD1A16326}" presName="sibTrans" presStyleCnt="0"/>
      <dgm:spPr/>
    </dgm:pt>
    <dgm:pt modelId="{2CDA50D6-4D23-403F-ADD9-9CDF5ADF2669}" type="pres">
      <dgm:prSet presAssocID="{177DA731-6519-43C4-B9AD-0091792B64FB}" presName="node" presStyleLbl="node1" presStyleIdx="8" presStyleCnt="10">
        <dgm:presLayoutVars>
          <dgm:bulletEnabled val="1"/>
        </dgm:presLayoutVars>
      </dgm:prSet>
      <dgm:spPr/>
    </dgm:pt>
    <dgm:pt modelId="{8A0CA658-5BA8-47DB-9A01-6E2ADF6FA118}" type="pres">
      <dgm:prSet presAssocID="{13A3C683-F91E-495C-922F-34D596C5331F}" presName="sibTrans" presStyleCnt="0"/>
      <dgm:spPr/>
    </dgm:pt>
    <dgm:pt modelId="{800839A4-6146-4B62-8E09-4053A00EBA9C}" type="pres">
      <dgm:prSet presAssocID="{4DC0BB79-4AB9-4765-9D1A-54110CCB744F}" presName="node" presStyleLbl="node1" presStyleIdx="9" presStyleCnt="10">
        <dgm:presLayoutVars>
          <dgm:bulletEnabled val="1"/>
        </dgm:presLayoutVars>
      </dgm:prSet>
      <dgm:spPr/>
    </dgm:pt>
  </dgm:ptLst>
  <dgm:cxnLst>
    <dgm:cxn modelId="{87099005-613E-4466-8C86-9D03E80B65F2}" type="presOf" srcId="{60C24D2A-FC67-4044-8D73-E69044A77966}" destId="{FF7D0732-D3A1-4571-A4B0-1D884DA6509F}" srcOrd="0" destOrd="0" presId="urn:microsoft.com/office/officeart/2005/8/layout/default"/>
    <dgm:cxn modelId="{010E4606-838F-4639-90DE-8CEEAACD668F}" srcId="{98AB46DC-68CF-43D7-B738-5866BF2FF205}" destId="{4DC0BB79-4AB9-4765-9D1A-54110CCB744F}" srcOrd="9" destOrd="0" parTransId="{6687E5D0-F264-4E09-9EDC-5692A0EB3A08}" sibTransId="{A70F30B6-8BE0-4096-8594-BD1B5E9EEA03}"/>
    <dgm:cxn modelId="{CA0C2D35-A9DF-45F1-9EAA-4B9A1ED4EC9A}" type="presOf" srcId="{1E7C01D4-E502-4404-9069-B42624ED0861}" destId="{9B5D6A7E-2837-46B3-9774-A281E45EACB0}" srcOrd="0" destOrd="0" presId="urn:microsoft.com/office/officeart/2005/8/layout/default"/>
    <dgm:cxn modelId="{E2A4A93D-11F4-4226-9079-098517A3FFB6}" srcId="{98AB46DC-68CF-43D7-B738-5866BF2FF205}" destId="{AA9C7B69-800F-4EBF-BE03-1114493F09E1}" srcOrd="7" destOrd="0" parTransId="{790303DB-E9B1-4202-B100-4F3A9A5476EA}" sibTransId="{B241D44D-C3FD-45DD-9B64-0BEBD1A16326}"/>
    <dgm:cxn modelId="{C9A12541-778B-440D-B8F2-085898F3C6BF}" type="presOf" srcId="{98AB46DC-68CF-43D7-B738-5866BF2FF205}" destId="{D017585E-F296-4954-B178-9FCD6D4D4F0E}" srcOrd="0" destOrd="0" presId="urn:microsoft.com/office/officeart/2005/8/layout/default"/>
    <dgm:cxn modelId="{D90F8D6F-89AF-42B9-BB0F-F6F7A91C17F0}" srcId="{98AB46DC-68CF-43D7-B738-5866BF2FF205}" destId="{60C24D2A-FC67-4044-8D73-E69044A77966}" srcOrd="6" destOrd="0" parTransId="{4C6348FE-693B-44F8-9ADC-B343ED76C06A}" sibTransId="{7A2E0309-6DC5-41AA-8239-793F26F88F7B}"/>
    <dgm:cxn modelId="{A7698D50-6E58-4669-99F2-3DE392400554}" srcId="{98AB46DC-68CF-43D7-B738-5866BF2FF205}" destId="{1E7C01D4-E502-4404-9069-B42624ED0861}" srcOrd="0" destOrd="0" parTransId="{E734D2F2-0DB7-4F39-81A8-84866E0A21AF}" sibTransId="{E9EF3F0C-3ED0-4B6E-9ABE-6A35E48D3753}"/>
    <dgm:cxn modelId="{F7A24772-A5FE-4808-A61A-3027BE944FFD}" srcId="{98AB46DC-68CF-43D7-B738-5866BF2FF205}" destId="{73948075-0837-4EEB-8FA1-759798AAE007}" srcOrd="4" destOrd="0" parTransId="{72D0C5A9-1E1B-44FE-A3F1-1A26FCD4379E}" sibTransId="{EF3AE79C-70E7-4598-A3EF-AD873CD7BAF8}"/>
    <dgm:cxn modelId="{676B727E-B151-4462-A5AA-908DF2238E49}" srcId="{98AB46DC-68CF-43D7-B738-5866BF2FF205}" destId="{177DA731-6519-43C4-B9AD-0091792B64FB}" srcOrd="8" destOrd="0" parTransId="{5EB02023-C81F-4BC7-BE2D-C1652EA0470F}" sibTransId="{13A3C683-F91E-495C-922F-34D596C5331F}"/>
    <dgm:cxn modelId="{F636E885-6555-4247-A3CB-C1F4763E4EC1}" type="presOf" srcId="{7B644402-6E0C-4E23-ADBF-6E8BEEE98041}" destId="{B5AE6920-5F68-4383-A78F-280A05E98762}" srcOrd="0" destOrd="0" presId="urn:microsoft.com/office/officeart/2005/8/layout/default"/>
    <dgm:cxn modelId="{058D8288-0A61-4920-9D5A-89FCD7A88513}" type="presOf" srcId="{177DA731-6519-43C4-B9AD-0091792B64FB}" destId="{2CDA50D6-4D23-403F-ADD9-9CDF5ADF2669}" srcOrd="0" destOrd="0" presId="urn:microsoft.com/office/officeart/2005/8/layout/default"/>
    <dgm:cxn modelId="{31E76C99-B7C6-4B89-BD08-3054C846F75B}" srcId="{98AB46DC-68CF-43D7-B738-5866BF2FF205}" destId="{CC4C70EC-7449-4D0B-B8D7-D1DD63C11CEC}" srcOrd="1" destOrd="0" parTransId="{834AB7B9-CFDB-4E3F-B2D9-D9DB0169B729}" sibTransId="{332DC76A-156E-4740-A825-EE3F7F9C3513}"/>
    <dgm:cxn modelId="{D75E479D-425D-4837-8B9B-9618BB05878D}" srcId="{98AB46DC-68CF-43D7-B738-5866BF2FF205}" destId="{7B644402-6E0C-4E23-ADBF-6E8BEEE98041}" srcOrd="3" destOrd="0" parTransId="{464AA12C-D793-4131-A5BC-63B234FE4376}" sibTransId="{36099EA6-F2F0-4D7A-9C23-0883636D4D57}"/>
    <dgm:cxn modelId="{C0E12E9E-0DE8-4D9D-A11C-2A6C1FAA9754}" srcId="{98AB46DC-68CF-43D7-B738-5866BF2FF205}" destId="{DFB78EB8-8B70-4345-9CB0-D5A5BCEA779C}" srcOrd="2" destOrd="0" parTransId="{7A18E075-5405-4311-A788-A6E7C3F232D3}" sibTransId="{ACEC8222-7228-4820-9A11-790CEDF2AE0F}"/>
    <dgm:cxn modelId="{389A04B8-CB7D-497B-B4B9-8AF182BCD01D}" type="presOf" srcId="{73948075-0837-4EEB-8FA1-759798AAE007}" destId="{AA3AEC59-00EB-449C-9366-C1305D52272D}" srcOrd="0" destOrd="0" presId="urn:microsoft.com/office/officeart/2005/8/layout/default"/>
    <dgm:cxn modelId="{ECC767D2-A9EB-4F6A-85B9-66D4625A8F40}" srcId="{98AB46DC-68CF-43D7-B738-5866BF2FF205}" destId="{2C7A4855-F887-45BA-985C-342886A957F6}" srcOrd="5" destOrd="0" parTransId="{FDD4F9C2-EDF7-4312-B8E5-42D095F01D2B}" sibTransId="{F50BA915-6BD1-436B-8A1F-C04B72665D59}"/>
    <dgm:cxn modelId="{B6B8D1D5-2B23-491C-B188-BF6EDD8961E3}" type="presOf" srcId="{4DC0BB79-4AB9-4765-9D1A-54110CCB744F}" destId="{800839A4-6146-4B62-8E09-4053A00EBA9C}" srcOrd="0" destOrd="0" presId="urn:microsoft.com/office/officeart/2005/8/layout/default"/>
    <dgm:cxn modelId="{E5F7F1E5-62D4-4250-8848-E5156441441C}" type="presOf" srcId="{AA9C7B69-800F-4EBF-BE03-1114493F09E1}" destId="{BF8EB317-0FBD-4A62-BC1A-208997DC2B59}" srcOrd="0" destOrd="0" presId="urn:microsoft.com/office/officeart/2005/8/layout/default"/>
    <dgm:cxn modelId="{48A66FED-6654-4DC9-BAF1-728381420051}" type="presOf" srcId="{DFB78EB8-8B70-4345-9CB0-D5A5BCEA779C}" destId="{93A9C182-F583-4DEA-8C41-B7721F7B4FC0}" srcOrd="0" destOrd="0" presId="urn:microsoft.com/office/officeart/2005/8/layout/default"/>
    <dgm:cxn modelId="{4F9BA4EE-6AED-4C17-99A6-EF4AEA90D4EA}" type="presOf" srcId="{CC4C70EC-7449-4D0B-B8D7-D1DD63C11CEC}" destId="{22140879-75A4-4CA3-8AB7-686B8201B5C1}" srcOrd="0" destOrd="0" presId="urn:microsoft.com/office/officeart/2005/8/layout/default"/>
    <dgm:cxn modelId="{197541FA-D41A-42D2-BD0C-298813FF2E5E}" type="presOf" srcId="{2C7A4855-F887-45BA-985C-342886A957F6}" destId="{AD7F8BDB-7065-4BCE-9108-ECA1DA0246EE}" srcOrd="0" destOrd="0" presId="urn:microsoft.com/office/officeart/2005/8/layout/default"/>
    <dgm:cxn modelId="{D45719BE-608B-44E4-952D-F022FEF382AF}" type="presParOf" srcId="{D017585E-F296-4954-B178-9FCD6D4D4F0E}" destId="{9B5D6A7E-2837-46B3-9774-A281E45EACB0}" srcOrd="0" destOrd="0" presId="urn:microsoft.com/office/officeart/2005/8/layout/default"/>
    <dgm:cxn modelId="{6E95455D-53DA-4032-AD3B-6989FC24C2D7}" type="presParOf" srcId="{D017585E-F296-4954-B178-9FCD6D4D4F0E}" destId="{730BB09E-C079-4A0C-9808-DBD185433FDE}" srcOrd="1" destOrd="0" presId="urn:microsoft.com/office/officeart/2005/8/layout/default"/>
    <dgm:cxn modelId="{BB812339-5B1C-4291-A77B-D5F6E840F256}" type="presParOf" srcId="{D017585E-F296-4954-B178-9FCD6D4D4F0E}" destId="{22140879-75A4-4CA3-8AB7-686B8201B5C1}" srcOrd="2" destOrd="0" presId="urn:microsoft.com/office/officeart/2005/8/layout/default"/>
    <dgm:cxn modelId="{8D6B7789-AC51-4E98-97B4-4EBEC276EF16}" type="presParOf" srcId="{D017585E-F296-4954-B178-9FCD6D4D4F0E}" destId="{DC47831D-AAA9-4A63-8E8E-AADB6EFBE8E6}" srcOrd="3" destOrd="0" presId="urn:microsoft.com/office/officeart/2005/8/layout/default"/>
    <dgm:cxn modelId="{8F320136-B2FA-4290-84F7-3D42402AC4B5}" type="presParOf" srcId="{D017585E-F296-4954-B178-9FCD6D4D4F0E}" destId="{93A9C182-F583-4DEA-8C41-B7721F7B4FC0}" srcOrd="4" destOrd="0" presId="urn:microsoft.com/office/officeart/2005/8/layout/default"/>
    <dgm:cxn modelId="{D238C642-1AC2-4D96-BD1B-1CB3EC6168F7}" type="presParOf" srcId="{D017585E-F296-4954-B178-9FCD6D4D4F0E}" destId="{CBE44582-1BA6-4677-A1AA-DA3E0A7225FD}" srcOrd="5" destOrd="0" presId="urn:microsoft.com/office/officeart/2005/8/layout/default"/>
    <dgm:cxn modelId="{BD8CE943-583C-4A42-9283-441A0F732796}" type="presParOf" srcId="{D017585E-F296-4954-B178-9FCD6D4D4F0E}" destId="{B5AE6920-5F68-4383-A78F-280A05E98762}" srcOrd="6" destOrd="0" presId="urn:microsoft.com/office/officeart/2005/8/layout/default"/>
    <dgm:cxn modelId="{2EA343D4-045A-48FC-849D-320D02FE0571}" type="presParOf" srcId="{D017585E-F296-4954-B178-9FCD6D4D4F0E}" destId="{21B82870-3005-4718-B419-E6BD7231E614}" srcOrd="7" destOrd="0" presId="urn:microsoft.com/office/officeart/2005/8/layout/default"/>
    <dgm:cxn modelId="{3FFDFB1D-52E0-4244-B778-8B9BC982D21D}" type="presParOf" srcId="{D017585E-F296-4954-B178-9FCD6D4D4F0E}" destId="{AA3AEC59-00EB-449C-9366-C1305D52272D}" srcOrd="8" destOrd="0" presId="urn:microsoft.com/office/officeart/2005/8/layout/default"/>
    <dgm:cxn modelId="{9A27BA37-AF64-4E5E-A5E8-2AEF58E25148}" type="presParOf" srcId="{D017585E-F296-4954-B178-9FCD6D4D4F0E}" destId="{9B38729F-4031-4A3B-9E2B-AF3EF7E0809F}" srcOrd="9" destOrd="0" presId="urn:microsoft.com/office/officeart/2005/8/layout/default"/>
    <dgm:cxn modelId="{5C213A11-BD16-4638-9CFF-3624AE3C8E04}" type="presParOf" srcId="{D017585E-F296-4954-B178-9FCD6D4D4F0E}" destId="{AD7F8BDB-7065-4BCE-9108-ECA1DA0246EE}" srcOrd="10" destOrd="0" presId="urn:microsoft.com/office/officeart/2005/8/layout/default"/>
    <dgm:cxn modelId="{72CDB676-8760-4261-B150-E149826339C3}" type="presParOf" srcId="{D017585E-F296-4954-B178-9FCD6D4D4F0E}" destId="{34BE6AEB-A027-473C-8915-3D580E27DCC8}" srcOrd="11" destOrd="0" presId="urn:microsoft.com/office/officeart/2005/8/layout/default"/>
    <dgm:cxn modelId="{AD2ED7E2-DD56-469F-908E-0A620B54D345}" type="presParOf" srcId="{D017585E-F296-4954-B178-9FCD6D4D4F0E}" destId="{FF7D0732-D3A1-4571-A4B0-1D884DA6509F}" srcOrd="12" destOrd="0" presId="urn:microsoft.com/office/officeart/2005/8/layout/default"/>
    <dgm:cxn modelId="{3908C781-222A-4A18-8C40-243443F92A1E}" type="presParOf" srcId="{D017585E-F296-4954-B178-9FCD6D4D4F0E}" destId="{FBC52741-C32B-410F-A6EE-EEC66859FA72}" srcOrd="13" destOrd="0" presId="urn:microsoft.com/office/officeart/2005/8/layout/default"/>
    <dgm:cxn modelId="{55475071-3C5D-4832-8F2D-5C9B5BD363D4}" type="presParOf" srcId="{D017585E-F296-4954-B178-9FCD6D4D4F0E}" destId="{BF8EB317-0FBD-4A62-BC1A-208997DC2B59}" srcOrd="14" destOrd="0" presId="urn:microsoft.com/office/officeart/2005/8/layout/default"/>
    <dgm:cxn modelId="{83BC5982-5F20-4A66-8660-0F6F091D2AFF}" type="presParOf" srcId="{D017585E-F296-4954-B178-9FCD6D4D4F0E}" destId="{75F4C422-2BF6-4560-A7AC-97BD2D4F4F32}" srcOrd="15" destOrd="0" presId="urn:microsoft.com/office/officeart/2005/8/layout/default"/>
    <dgm:cxn modelId="{13E72EE2-5731-455E-8D46-9F0703FDE3BE}" type="presParOf" srcId="{D017585E-F296-4954-B178-9FCD6D4D4F0E}" destId="{2CDA50D6-4D23-403F-ADD9-9CDF5ADF2669}" srcOrd="16" destOrd="0" presId="urn:microsoft.com/office/officeart/2005/8/layout/default"/>
    <dgm:cxn modelId="{19EC6BCD-6D56-4EA7-957F-58FE1A3CFBA3}" type="presParOf" srcId="{D017585E-F296-4954-B178-9FCD6D4D4F0E}" destId="{8A0CA658-5BA8-47DB-9A01-6E2ADF6FA118}" srcOrd="17" destOrd="0" presId="urn:microsoft.com/office/officeart/2005/8/layout/default"/>
    <dgm:cxn modelId="{DAB582C1-5DD9-4442-A399-EA28CEF466DA}" type="presParOf" srcId="{D017585E-F296-4954-B178-9FCD6D4D4F0E}" destId="{800839A4-6146-4B62-8E09-4053A00EBA9C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F6DA1B-42EE-4589-B89E-F4DEAB448C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EE40F7-E8CE-4CA5-B671-70BECA59C7DE}">
      <dgm:prSet/>
      <dgm:spPr/>
      <dgm:t>
        <a:bodyPr/>
        <a:lstStyle/>
        <a:p>
          <a:r>
            <a:rPr lang="en-US"/>
            <a:t>Easy book tracking</a:t>
          </a:r>
        </a:p>
      </dgm:t>
    </dgm:pt>
    <dgm:pt modelId="{C8B97E57-6F67-4F26-9E62-25E9AB611A57}" type="parTrans" cxnId="{D18EA5ED-7D84-4616-BF39-F683D5B26F5D}">
      <dgm:prSet/>
      <dgm:spPr/>
      <dgm:t>
        <a:bodyPr/>
        <a:lstStyle/>
        <a:p>
          <a:endParaRPr lang="en-US"/>
        </a:p>
      </dgm:t>
    </dgm:pt>
    <dgm:pt modelId="{F82E72A3-8496-4416-B1A5-08C0113FC331}" type="sibTrans" cxnId="{D18EA5ED-7D84-4616-BF39-F683D5B26F5D}">
      <dgm:prSet/>
      <dgm:spPr/>
      <dgm:t>
        <a:bodyPr/>
        <a:lstStyle/>
        <a:p>
          <a:endParaRPr lang="en-US"/>
        </a:p>
      </dgm:t>
    </dgm:pt>
    <dgm:pt modelId="{6D263555-C5B9-4F62-BF3B-E3DC55DDDBDA}">
      <dgm:prSet/>
      <dgm:spPr/>
      <dgm:t>
        <a:bodyPr/>
        <a:lstStyle/>
        <a:p>
          <a:r>
            <a:rPr lang="en-US"/>
            <a:t>Faster searching</a:t>
          </a:r>
        </a:p>
      </dgm:t>
    </dgm:pt>
    <dgm:pt modelId="{BF510615-6BC2-43BA-AD85-46462D75661A}" type="parTrans" cxnId="{001877FE-E4D8-4E62-B9A8-74EFCD043C96}">
      <dgm:prSet/>
      <dgm:spPr/>
      <dgm:t>
        <a:bodyPr/>
        <a:lstStyle/>
        <a:p>
          <a:endParaRPr lang="en-US"/>
        </a:p>
      </dgm:t>
    </dgm:pt>
    <dgm:pt modelId="{F102EB71-DF5B-4405-A592-2FDF7B92A31F}" type="sibTrans" cxnId="{001877FE-E4D8-4E62-B9A8-74EFCD043C96}">
      <dgm:prSet/>
      <dgm:spPr/>
      <dgm:t>
        <a:bodyPr/>
        <a:lstStyle/>
        <a:p>
          <a:endParaRPr lang="en-US"/>
        </a:p>
      </dgm:t>
    </dgm:pt>
    <dgm:pt modelId="{B2E2FDD1-2C84-4A1F-BCB6-387EFB18F0E9}">
      <dgm:prSet/>
      <dgm:spPr/>
      <dgm:t>
        <a:bodyPr/>
        <a:lstStyle/>
        <a:p>
          <a:r>
            <a:rPr lang="en-US"/>
            <a:t>Accurate fine calculation</a:t>
          </a:r>
        </a:p>
      </dgm:t>
    </dgm:pt>
    <dgm:pt modelId="{313153E4-BAA1-4D4D-A4AD-FB3F894BFA11}" type="parTrans" cxnId="{837E8CA9-6EA7-4116-BE19-AF94441819B8}">
      <dgm:prSet/>
      <dgm:spPr/>
      <dgm:t>
        <a:bodyPr/>
        <a:lstStyle/>
        <a:p>
          <a:endParaRPr lang="en-US"/>
        </a:p>
      </dgm:t>
    </dgm:pt>
    <dgm:pt modelId="{8BCD07AD-01EA-454B-852F-2BD65F0CEE2F}" type="sibTrans" cxnId="{837E8CA9-6EA7-4116-BE19-AF94441819B8}">
      <dgm:prSet/>
      <dgm:spPr/>
      <dgm:t>
        <a:bodyPr/>
        <a:lstStyle/>
        <a:p>
          <a:endParaRPr lang="en-US"/>
        </a:p>
      </dgm:t>
    </dgm:pt>
    <dgm:pt modelId="{E57455D0-D293-4A65-89D6-13114F5975E3}">
      <dgm:prSet/>
      <dgm:spPr/>
      <dgm:t>
        <a:bodyPr/>
        <a:lstStyle/>
        <a:p>
          <a:r>
            <a:rPr lang="en-US"/>
            <a:t>Improved user experience</a:t>
          </a:r>
        </a:p>
      </dgm:t>
    </dgm:pt>
    <dgm:pt modelId="{20701A9E-E24B-46F7-A292-D7EFC92C9370}" type="parTrans" cxnId="{4D5ACEC0-90FE-4CB1-8B57-22C1CA6D92A4}">
      <dgm:prSet/>
      <dgm:spPr/>
      <dgm:t>
        <a:bodyPr/>
        <a:lstStyle/>
        <a:p>
          <a:endParaRPr lang="en-US"/>
        </a:p>
      </dgm:t>
    </dgm:pt>
    <dgm:pt modelId="{4186307D-F586-4142-B778-297527A048F1}" type="sibTrans" cxnId="{4D5ACEC0-90FE-4CB1-8B57-22C1CA6D92A4}">
      <dgm:prSet/>
      <dgm:spPr/>
      <dgm:t>
        <a:bodyPr/>
        <a:lstStyle/>
        <a:p>
          <a:endParaRPr lang="en-US"/>
        </a:p>
      </dgm:t>
    </dgm:pt>
    <dgm:pt modelId="{D43289E9-7208-4E9B-9C27-948E2911E111}">
      <dgm:prSet/>
      <dgm:spPr/>
      <dgm:t>
        <a:bodyPr/>
        <a:lstStyle/>
        <a:p>
          <a:r>
            <a:rPr lang="en-US"/>
            <a:t>Reduced paperwork</a:t>
          </a:r>
        </a:p>
      </dgm:t>
    </dgm:pt>
    <dgm:pt modelId="{081168DF-7B32-484E-8D12-29C8BDDEEFB5}" type="parTrans" cxnId="{58D527FB-534C-4F74-A97D-FBA628EFB45C}">
      <dgm:prSet/>
      <dgm:spPr/>
      <dgm:t>
        <a:bodyPr/>
        <a:lstStyle/>
        <a:p>
          <a:endParaRPr lang="en-US"/>
        </a:p>
      </dgm:t>
    </dgm:pt>
    <dgm:pt modelId="{EA1D3078-E3C4-40F1-9A4A-F8F2EA3666E7}" type="sibTrans" cxnId="{58D527FB-534C-4F74-A97D-FBA628EFB45C}">
      <dgm:prSet/>
      <dgm:spPr/>
      <dgm:t>
        <a:bodyPr/>
        <a:lstStyle/>
        <a:p>
          <a:endParaRPr lang="en-US"/>
        </a:p>
      </dgm:t>
    </dgm:pt>
    <dgm:pt modelId="{018C9E45-9378-438E-8A99-6989650C6B97}">
      <dgm:prSet/>
      <dgm:spPr/>
      <dgm:t>
        <a:bodyPr/>
        <a:lstStyle/>
        <a:p>
          <a:r>
            <a:rPr lang="en-US"/>
            <a:t>Secure data management</a:t>
          </a:r>
        </a:p>
      </dgm:t>
    </dgm:pt>
    <dgm:pt modelId="{FA53568F-6758-4E79-B8E3-038698E8546F}" type="parTrans" cxnId="{FCC408D6-EDCF-4CA7-BE27-3C94B8403CE8}">
      <dgm:prSet/>
      <dgm:spPr/>
      <dgm:t>
        <a:bodyPr/>
        <a:lstStyle/>
        <a:p>
          <a:endParaRPr lang="en-US"/>
        </a:p>
      </dgm:t>
    </dgm:pt>
    <dgm:pt modelId="{291D82A9-050D-41D5-9D97-F6A1E683ECAE}" type="sibTrans" cxnId="{FCC408D6-EDCF-4CA7-BE27-3C94B8403CE8}">
      <dgm:prSet/>
      <dgm:spPr/>
      <dgm:t>
        <a:bodyPr/>
        <a:lstStyle/>
        <a:p>
          <a:endParaRPr lang="en-US"/>
        </a:p>
      </dgm:t>
    </dgm:pt>
    <dgm:pt modelId="{B3291EE8-05DF-49A2-9132-C745BFE6B50A}">
      <dgm:prSet/>
      <dgm:spPr/>
      <dgm:t>
        <a:bodyPr/>
        <a:lstStyle/>
        <a:p>
          <a:r>
            <a:rPr lang="en-US"/>
            <a:t>Real-time availability updates</a:t>
          </a:r>
        </a:p>
      </dgm:t>
    </dgm:pt>
    <dgm:pt modelId="{BCD7D027-6362-4E29-B670-BD7257F405D3}" type="parTrans" cxnId="{26AE8BA2-DDA2-4078-BF23-A46D386B37B8}">
      <dgm:prSet/>
      <dgm:spPr/>
      <dgm:t>
        <a:bodyPr/>
        <a:lstStyle/>
        <a:p>
          <a:endParaRPr lang="en-US"/>
        </a:p>
      </dgm:t>
    </dgm:pt>
    <dgm:pt modelId="{CB2351EE-EDF3-4FD6-811F-B159946BB43D}" type="sibTrans" cxnId="{26AE8BA2-DDA2-4078-BF23-A46D386B37B8}">
      <dgm:prSet/>
      <dgm:spPr/>
      <dgm:t>
        <a:bodyPr/>
        <a:lstStyle/>
        <a:p>
          <a:endParaRPr lang="en-US"/>
        </a:p>
      </dgm:t>
    </dgm:pt>
    <dgm:pt modelId="{E146E1AD-FA82-4EFD-A732-DB9AA8FD51DE}" type="pres">
      <dgm:prSet presAssocID="{30F6DA1B-42EE-4589-B89E-F4DEAB448C0D}" presName="linear" presStyleCnt="0">
        <dgm:presLayoutVars>
          <dgm:animLvl val="lvl"/>
          <dgm:resizeHandles val="exact"/>
        </dgm:presLayoutVars>
      </dgm:prSet>
      <dgm:spPr/>
    </dgm:pt>
    <dgm:pt modelId="{9B805247-8548-4379-AD05-210BDBF2064C}" type="pres">
      <dgm:prSet presAssocID="{8AEE40F7-E8CE-4CA5-B671-70BECA59C7D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CE05242-EE38-4E41-B251-07A84F9C8B23}" type="pres">
      <dgm:prSet presAssocID="{F82E72A3-8496-4416-B1A5-08C0113FC331}" presName="spacer" presStyleCnt="0"/>
      <dgm:spPr/>
    </dgm:pt>
    <dgm:pt modelId="{AEDCAC19-91B4-498F-97F8-F20BED523553}" type="pres">
      <dgm:prSet presAssocID="{6D263555-C5B9-4F62-BF3B-E3DC55DDDBD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4991F4B-12D9-4CDF-8301-3E21D56FF210}" type="pres">
      <dgm:prSet presAssocID="{F102EB71-DF5B-4405-A592-2FDF7B92A31F}" presName="spacer" presStyleCnt="0"/>
      <dgm:spPr/>
    </dgm:pt>
    <dgm:pt modelId="{3C0EC055-A2D9-466E-B6E0-C1692679CD43}" type="pres">
      <dgm:prSet presAssocID="{B2E2FDD1-2C84-4A1F-BCB6-387EFB18F0E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97BDDF0-8639-4674-989E-711B54D3CC20}" type="pres">
      <dgm:prSet presAssocID="{8BCD07AD-01EA-454B-852F-2BD65F0CEE2F}" presName="spacer" presStyleCnt="0"/>
      <dgm:spPr/>
    </dgm:pt>
    <dgm:pt modelId="{28F1E3BA-B386-406B-9527-CEA595E7968A}" type="pres">
      <dgm:prSet presAssocID="{E57455D0-D293-4A65-89D6-13114F5975E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09FAA37-CA1B-4CA9-BC9E-28BE644A8EFF}" type="pres">
      <dgm:prSet presAssocID="{4186307D-F586-4142-B778-297527A048F1}" presName="spacer" presStyleCnt="0"/>
      <dgm:spPr/>
    </dgm:pt>
    <dgm:pt modelId="{8F68E996-9E6E-48B5-83ED-AC6DC20E7354}" type="pres">
      <dgm:prSet presAssocID="{D43289E9-7208-4E9B-9C27-948E2911E11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B2C9E38-49A5-4C6E-9953-24DC8E1DB4C9}" type="pres">
      <dgm:prSet presAssocID="{EA1D3078-E3C4-40F1-9A4A-F8F2EA3666E7}" presName="spacer" presStyleCnt="0"/>
      <dgm:spPr/>
    </dgm:pt>
    <dgm:pt modelId="{D044B894-F2CB-4E12-94DC-63BBADED39D2}" type="pres">
      <dgm:prSet presAssocID="{018C9E45-9378-438E-8A99-6989650C6B9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B8CA36C-E23A-4A88-9945-9CD57CAE1406}" type="pres">
      <dgm:prSet presAssocID="{291D82A9-050D-41D5-9D97-F6A1E683ECAE}" presName="spacer" presStyleCnt="0"/>
      <dgm:spPr/>
    </dgm:pt>
    <dgm:pt modelId="{7FC77E3B-78CC-42BA-8B6B-7ED1C774AB54}" type="pres">
      <dgm:prSet presAssocID="{B3291EE8-05DF-49A2-9132-C745BFE6B50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F0656909-5FB5-4087-8D42-559AC9BE3A74}" type="presOf" srcId="{30F6DA1B-42EE-4589-B89E-F4DEAB448C0D}" destId="{E146E1AD-FA82-4EFD-A732-DB9AA8FD51DE}" srcOrd="0" destOrd="0" presId="urn:microsoft.com/office/officeart/2005/8/layout/vList2"/>
    <dgm:cxn modelId="{D3AFBB0E-34C5-4F15-ACC2-538103DD6342}" type="presOf" srcId="{8AEE40F7-E8CE-4CA5-B671-70BECA59C7DE}" destId="{9B805247-8548-4379-AD05-210BDBF2064C}" srcOrd="0" destOrd="0" presId="urn:microsoft.com/office/officeart/2005/8/layout/vList2"/>
    <dgm:cxn modelId="{9DE53726-2663-47FF-8594-669783CA9A18}" type="presOf" srcId="{B3291EE8-05DF-49A2-9132-C745BFE6B50A}" destId="{7FC77E3B-78CC-42BA-8B6B-7ED1C774AB54}" srcOrd="0" destOrd="0" presId="urn:microsoft.com/office/officeart/2005/8/layout/vList2"/>
    <dgm:cxn modelId="{5838D02C-8636-471F-8781-8CFB1145BF60}" type="presOf" srcId="{B2E2FDD1-2C84-4A1F-BCB6-387EFB18F0E9}" destId="{3C0EC055-A2D9-466E-B6E0-C1692679CD43}" srcOrd="0" destOrd="0" presId="urn:microsoft.com/office/officeart/2005/8/layout/vList2"/>
    <dgm:cxn modelId="{7ED75B2F-8FEF-48A4-B36A-10B38C18305F}" type="presOf" srcId="{018C9E45-9378-438E-8A99-6989650C6B97}" destId="{D044B894-F2CB-4E12-94DC-63BBADED39D2}" srcOrd="0" destOrd="0" presId="urn:microsoft.com/office/officeart/2005/8/layout/vList2"/>
    <dgm:cxn modelId="{6596CF36-F489-461A-9C91-55C18859E77A}" type="presOf" srcId="{D43289E9-7208-4E9B-9C27-948E2911E111}" destId="{8F68E996-9E6E-48B5-83ED-AC6DC20E7354}" srcOrd="0" destOrd="0" presId="urn:microsoft.com/office/officeart/2005/8/layout/vList2"/>
    <dgm:cxn modelId="{D10EB578-9033-463C-A642-E2C3672F76DB}" type="presOf" srcId="{6D263555-C5B9-4F62-BF3B-E3DC55DDDBDA}" destId="{AEDCAC19-91B4-498F-97F8-F20BED523553}" srcOrd="0" destOrd="0" presId="urn:microsoft.com/office/officeart/2005/8/layout/vList2"/>
    <dgm:cxn modelId="{26AE8BA2-DDA2-4078-BF23-A46D386B37B8}" srcId="{30F6DA1B-42EE-4589-B89E-F4DEAB448C0D}" destId="{B3291EE8-05DF-49A2-9132-C745BFE6B50A}" srcOrd="6" destOrd="0" parTransId="{BCD7D027-6362-4E29-B670-BD7257F405D3}" sibTransId="{CB2351EE-EDF3-4FD6-811F-B159946BB43D}"/>
    <dgm:cxn modelId="{837E8CA9-6EA7-4116-BE19-AF94441819B8}" srcId="{30F6DA1B-42EE-4589-B89E-F4DEAB448C0D}" destId="{B2E2FDD1-2C84-4A1F-BCB6-387EFB18F0E9}" srcOrd="2" destOrd="0" parTransId="{313153E4-BAA1-4D4D-A4AD-FB3F894BFA11}" sibTransId="{8BCD07AD-01EA-454B-852F-2BD65F0CEE2F}"/>
    <dgm:cxn modelId="{4D5ACEC0-90FE-4CB1-8B57-22C1CA6D92A4}" srcId="{30F6DA1B-42EE-4589-B89E-F4DEAB448C0D}" destId="{E57455D0-D293-4A65-89D6-13114F5975E3}" srcOrd="3" destOrd="0" parTransId="{20701A9E-E24B-46F7-A292-D7EFC92C9370}" sibTransId="{4186307D-F586-4142-B778-297527A048F1}"/>
    <dgm:cxn modelId="{4E41EEC7-C34D-4829-9233-87185FD93E7D}" type="presOf" srcId="{E57455D0-D293-4A65-89D6-13114F5975E3}" destId="{28F1E3BA-B386-406B-9527-CEA595E7968A}" srcOrd="0" destOrd="0" presId="urn:microsoft.com/office/officeart/2005/8/layout/vList2"/>
    <dgm:cxn modelId="{FCC408D6-EDCF-4CA7-BE27-3C94B8403CE8}" srcId="{30F6DA1B-42EE-4589-B89E-F4DEAB448C0D}" destId="{018C9E45-9378-438E-8A99-6989650C6B97}" srcOrd="5" destOrd="0" parTransId="{FA53568F-6758-4E79-B8E3-038698E8546F}" sibTransId="{291D82A9-050D-41D5-9D97-F6A1E683ECAE}"/>
    <dgm:cxn modelId="{D18EA5ED-7D84-4616-BF39-F683D5B26F5D}" srcId="{30F6DA1B-42EE-4589-B89E-F4DEAB448C0D}" destId="{8AEE40F7-E8CE-4CA5-B671-70BECA59C7DE}" srcOrd="0" destOrd="0" parTransId="{C8B97E57-6F67-4F26-9E62-25E9AB611A57}" sibTransId="{F82E72A3-8496-4416-B1A5-08C0113FC331}"/>
    <dgm:cxn modelId="{58D527FB-534C-4F74-A97D-FBA628EFB45C}" srcId="{30F6DA1B-42EE-4589-B89E-F4DEAB448C0D}" destId="{D43289E9-7208-4E9B-9C27-948E2911E111}" srcOrd="4" destOrd="0" parTransId="{081168DF-7B32-484E-8D12-29C8BDDEEFB5}" sibTransId="{EA1D3078-E3C4-40F1-9A4A-F8F2EA3666E7}"/>
    <dgm:cxn modelId="{001877FE-E4D8-4E62-B9A8-74EFCD043C96}" srcId="{30F6DA1B-42EE-4589-B89E-F4DEAB448C0D}" destId="{6D263555-C5B9-4F62-BF3B-E3DC55DDDBDA}" srcOrd="1" destOrd="0" parTransId="{BF510615-6BC2-43BA-AD85-46462D75661A}" sibTransId="{F102EB71-DF5B-4405-A592-2FDF7B92A31F}"/>
    <dgm:cxn modelId="{DECF2308-0044-453C-B3D8-5EA887CA327F}" type="presParOf" srcId="{E146E1AD-FA82-4EFD-A732-DB9AA8FD51DE}" destId="{9B805247-8548-4379-AD05-210BDBF2064C}" srcOrd="0" destOrd="0" presId="urn:microsoft.com/office/officeart/2005/8/layout/vList2"/>
    <dgm:cxn modelId="{3D356482-A4AF-4FD2-B028-42FC750015C1}" type="presParOf" srcId="{E146E1AD-FA82-4EFD-A732-DB9AA8FD51DE}" destId="{7CE05242-EE38-4E41-B251-07A84F9C8B23}" srcOrd="1" destOrd="0" presId="urn:microsoft.com/office/officeart/2005/8/layout/vList2"/>
    <dgm:cxn modelId="{F4587E7B-F44F-4DB2-950F-644B6BDD2523}" type="presParOf" srcId="{E146E1AD-FA82-4EFD-A732-DB9AA8FD51DE}" destId="{AEDCAC19-91B4-498F-97F8-F20BED523553}" srcOrd="2" destOrd="0" presId="urn:microsoft.com/office/officeart/2005/8/layout/vList2"/>
    <dgm:cxn modelId="{BD1364A8-70ED-4498-A890-EC088932274C}" type="presParOf" srcId="{E146E1AD-FA82-4EFD-A732-DB9AA8FD51DE}" destId="{34991F4B-12D9-4CDF-8301-3E21D56FF210}" srcOrd="3" destOrd="0" presId="urn:microsoft.com/office/officeart/2005/8/layout/vList2"/>
    <dgm:cxn modelId="{B835F50B-2B7C-4FA7-9D8F-B6B4EFF1481D}" type="presParOf" srcId="{E146E1AD-FA82-4EFD-A732-DB9AA8FD51DE}" destId="{3C0EC055-A2D9-466E-B6E0-C1692679CD43}" srcOrd="4" destOrd="0" presId="urn:microsoft.com/office/officeart/2005/8/layout/vList2"/>
    <dgm:cxn modelId="{4AC37C24-6EC6-4109-989A-FE380B7AECC3}" type="presParOf" srcId="{E146E1AD-FA82-4EFD-A732-DB9AA8FD51DE}" destId="{697BDDF0-8639-4674-989E-711B54D3CC20}" srcOrd="5" destOrd="0" presId="urn:microsoft.com/office/officeart/2005/8/layout/vList2"/>
    <dgm:cxn modelId="{4B3FB9DB-70A3-44F4-8256-CDFEC45AE298}" type="presParOf" srcId="{E146E1AD-FA82-4EFD-A732-DB9AA8FD51DE}" destId="{28F1E3BA-B386-406B-9527-CEA595E7968A}" srcOrd="6" destOrd="0" presId="urn:microsoft.com/office/officeart/2005/8/layout/vList2"/>
    <dgm:cxn modelId="{1F7F0053-6A62-4760-9AF4-DD2881288C05}" type="presParOf" srcId="{E146E1AD-FA82-4EFD-A732-DB9AA8FD51DE}" destId="{409FAA37-CA1B-4CA9-BC9E-28BE644A8EFF}" srcOrd="7" destOrd="0" presId="urn:microsoft.com/office/officeart/2005/8/layout/vList2"/>
    <dgm:cxn modelId="{675C57F7-A40B-48E4-8F4A-58694C95CA9B}" type="presParOf" srcId="{E146E1AD-FA82-4EFD-A732-DB9AA8FD51DE}" destId="{8F68E996-9E6E-48B5-83ED-AC6DC20E7354}" srcOrd="8" destOrd="0" presId="urn:microsoft.com/office/officeart/2005/8/layout/vList2"/>
    <dgm:cxn modelId="{41F96117-E88F-43D9-B8F8-4125E854E4DE}" type="presParOf" srcId="{E146E1AD-FA82-4EFD-A732-DB9AA8FD51DE}" destId="{1B2C9E38-49A5-4C6E-9953-24DC8E1DB4C9}" srcOrd="9" destOrd="0" presId="urn:microsoft.com/office/officeart/2005/8/layout/vList2"/>
    <dgm:cxn modelId="{810BE5CC-F2DD-427B-90BE-7E6B7F72D853}" type="presParOf" srcId="{E146E1AD-FA82-4EFD-A732-DB9AA8FD51DE}" destId="{D044B894-F2CB-4E12-94DC-63BBADED39D2}" srcOrd="10" destOrd="0" presId="urn:microsoft.com/office/officeart/2005/8/layout/vList2"/>
    <dgm:cxn modelId="{1851E4B3-D862-44FA-9BE1-4AAF6770D925}" type="presParOf" srcId="{E146E1AD-FA82-4EFD-A732-DB9AA8FD51DE}" destId="{DB8CA36C-E23A-4A88-9945-9CD57CAE1406}" srcOrd="11" destOrd="0" presId="urn:microsoft.com/office/officeart/2005/8/layout/vList2"/>
    <dgm:cxn modelId="{B066C918-223C-4289-A658-EACA88273E24}" type="presParOf" srcId="{E146E1AD-FA82-4EFD-A732-DB9AA8FD51DE}" destId="{7FC77E3B-78CC-42BA-8B6B-7ED1C774AB5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9DD8E5-353A-46DE-B139-A7093D5A91C2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A6E3843-94F4-4741-8ADE-6072A23893D0}">
      <dgm:prSet/>
      <dgm:spPr/>
      <dgm:t>
        <a:bodyPr/>
        <a:lstStyle/>
        <a:p>
          <a:r>
            <a:rPr lang="en-IN"/>
            <a:t>QR Code Based Issue/Return </a:t>
          </a:r>
          <a:endParaRPr lang="en-US"/>
        </a:p>
      </dgm:t>
    </dgm:pt>
    <dgm:pt modelId="{FF493137-E6C8-494E-8AB7-FD8BB449D373}" type="parTrans" cxnId="{76A773C7-B8E3-4FBD-B3F8-BFFE4841A345}">
      <dgm:prSet/>
      <dgm:spPr/>
      <dgm:t>
        <a:bodyPr/>
        <a:lstStyle/>
        <a:p>
          <a:endParaRPr lang="en-US"/>
        </a:p>
      </dgm:t>
    </dgm:pt>
    <dgm:pt modelId="{E38736FA-B8AA-44FE-A215-89FB3EA83587}" type="sibTrans" cxnId="{76A773C7-B8E3-4FBD-B3F8-BFFE4841A345}">
      <dgm:prSet/>
      <dgm:spPr/>
      <dgm:t>
        <a:bodyPr/>
        <a:lstStyle/>
        <a:p>
          <a:endParaRPr lang="en-US" dirty="0"/>
        </a:p>
      </dgm:t>
    </dgm:pt>
    <dgm:pt modelId="{AD38DA12-0D42-4D90-80E3-B3ED982CE790}">
      <dgm:prSet/>
      <dgm:spPr/>
      <dgm:t>
        <a:bodyPr/>
        <a:lstStyle/>
        <a:p>
          <a:r>
            <a:rPr lang="en-IN"/>
            <a:t>Barcode Integration </a:t>
          </a:r>
          <a:endParaRPr lang="en-US"/>
        </a:p>
      </dgm:t>
    </dgm:pt>
    <dgm:pt modelId="{5CC8E360-E384-4C11-BA0A-60C127A525DC}" type="parTrans" cxnId="{034C09B6-7746-4D7A-B110-7698BC389E50}">
      <dgm:prSet/>
      <dgm:spPr/>
      <dgm:t>
        <a:bodyPr/>
        <a:lstStyle/>
        <a:p>
          <a:endParaRPr lang="en-US"/>
        </a:p>
      </dgm:t>
    </dgm:pt>
    <dgm:pt modelId="{EEF2791C-5175-4E16-AB10-92C5844B9B15}" type="sibTrans" cxnId="{034C09B6-7746-4D7A-B110-7698BC389E50}">
      <dgm:prSet/>
      <dgm:spPr/>
      <dgm:t>
        <a:bodyPr/>
        <a:lstStyle/>
        <a:p>
          <a:endParaRPr lang="en-US"/>
        </a:p>
      </dgm:t>
    </dgm:pt>
    <dgm:pt modelId="{AD5F4E6F-18BD-4B65-843D-AC7117049AD4}">
      <dgm:prSet/>
      <dgm:spPr/>
      <dgm:t>
        <a:bodyPr/>
        <a:lstStyle/>
        <a:p>
          <a:r>
            <a:rPr lang="en-IN"/>
            <a:t>Email Notifications</a:t>
          </a:r>
          <a:endParaRPr lang="en-US"/>
        </a:p>
      </dgm:t>
    </dgm:pt>
    <dgm:pt modelId="{6B557EC2-750B-4A20-950B-B5D0C667A431}" type="parTrans" cxnId="{EAF303C0-9A81-4AAD-934A-8347A8727975}">
      <dgm:prSet/>
      <dgm:spPr/>
      <dgm:t>
        <a:bodyPr/>
        <a:lstStyle/>
        <a:p>
          <a:endParaRPr lang="en-US"/>
        </a:p>
      </dgm:t>
    </dgm:pt>
    <dgm:pt modelId="{12DE5EAC-7E99-428A-A152-E2421578C9AC}" type="sibTrans" cxnId="{EAF303C0-9A81-4AAD-934A-8347A8727975}">
      <dgm:prSet/>
      <dgm:spPr/>
      <dgm:t>
        <a:bodyPr/>
        <a:lstStyle/>
        <a:p>
          <a:endParaRPr lang="en-US"/>
        </a:p>
      </dgm:t>
    </dgm:pt>
    <dgm:pt modelId="{595A2BF8-AC06-4FB1-9B8F-9831BE77C2D4}">
      <dgm:prSet/>
      <dgm:spPr/>
      <dgm:t>
        <a:bodyPr/>
        <a:lstStyle/>
        <a:p>
          <a:r>
            <a:rPr lang="en-IN"/>
            <a:t>Mobile Application</a:t>
          </a:r>
          <a:endParaRPr lang="en-US"/>
        </a:p>
      </dgm:t>
    </dgm:pt>
    <dgm:pt modelId="{B651E446-4708-4115-AB28-171D15D470B0}" type="parTrans" cxnId="{C160AE67-99F9-40F3-A5E7-8D8B15FCC980}">
      <dgm:prSet/>
      <dgm:spPr/>
      <dgm:t>
        <a:bodyPr/>
        <a:lstStyle/>
        <a:p>
          <a:endParaRPr lang="en-US"/>
        </a:p>
      </dgm:t>
    </dgm:pt>
    <dgm:pt modelId="{C9E8E45E-D06D-4DE3-8C20-4B18703063C9}" type="sibTrans" cxnId="{C160AE67-99F9-40F3-A5E7-8D8B15FCC980}">
      <dgm:prSet/>
      <dgm:spPr/>
      <dgm:t>
        <a:bodyPr/>
        <a:lstStyle/>
        <a:p>
          <a:endParaRPr lang="en-US"/>
        </a:p>
      </dgm:t>
    </dgm:pt>
    <dgm:pt modelId="{023B4519-1B4B-4228-92E1-C2567AF25FD8}">
      <dgm:prSet/>
      <dgm:spPr/>
      <dgm:t>
        <a:bodyPr/>
        <a:lstStyle/>
        <a:p>
          <a:r>
            <a:rPr lang="en-IN" dirty="0"/>
            <a:t>Online Fine Payment</a:t>
          </a:r>
          <a:endParaRPr lang="en-US" dirty="0"/>
        </a:p>
      </dgm:t>
    </dgm:pt>
    <dgm:pt modelId="{DA75C17F-D650-4890-B3CB-B156D11D5C91}" type="parTrans" cxnId="{37ABD27A-AB1E-462D-97C4-ED8543888CB5}">
      <dgm:prSet/>
      <dgm:spPr/>
      <dgm:t>
        <a:bodyPr/>
        <a:lstStyle/>
        <a:p>
          <a:endParaRPr lang="en-US"/>
        </a:p>
      </dgm:t>
    </dgm:pt>
    <dgm:pt modelId="{0F67455F-0395-438C-A9A4-6A2F4D4DA770}" type="sibTrans" cxnId="{37ABD27A-AB1E-462D-97C4-ED8543888CB5}">
      <dgm:prSet/>
      <dgm:spPr/>
      <dgm:t>
        <a:bodyPr/>
        <a:lstStyle/>
        <a:p>
          <a:endParaRPr lang="en-US"/>
        </a:p>
      </dgm:t>
    </dgm:pt>
    <dgm:pt modelId="{34415772-1C91-4DBD-AF66-D0182C24934F}" type="pres">
      <dgm:prSet presAssocID="{189DD8E5-353A-46DE-B139-A7093D5A91C2}" presName="vert0" presStyleCnt="0">
        <dgm:presLayoutVars>
          <dgm:dir/>
          <dgm:animOne val="branch"/>
          <dgm:animLvl val="lvl"/>
        </dgm:presLayoutVars>
      </dgm:prSet>
      <dgm:spPr/>
    </dgm:pt>
    <dgm:pt modelId="{7175E3D8-7353-45EC-A6E9-19DC74AF4B93}" type="pres">
      <dgm:prSet presAssocID="{3A6E3843-94F4-4741-8ADE-6072A23893D0}" presName="thickLine" presStyleLbl="alignNode1" presStyleIdx="0" presStyleCnt="5"/>
      <dgm:spPr/>
    </dgm:pt>
    <dgm:pt modelId="{C970C1DD-6FD6-4B28-ADB1-943CA0503244}" type="pres">
      <dgm:prSet presAssocID="{3A6E3843-94F4-4741-8ADE-6072A23893D0}" presName="horz1" presStyleCnt="0"/>
      <dgm:spPr/>
    </dgm:pt>
    <dgm:pt modelId="{AC53A4B3-39BA-40E5-B71D-01CFF035527C}" type="pres">
      <dgm:prSet presAssocID="{3A6E3843-94F4-4741-8ADE-6072A23893D0}" presName="tx1" presStyleLbl="revTx" presStyleIdx="0" presStyleCnt="5"/>
      <dgm:spPr/>
    </dgm:pt>
    <dgm:pt modelId="{AD14FE41-B6CB-4637-B6F6-01E1AA22427A}" type="pres">
      <dgm:prSet presAssocID="{3A6E3843-94F4-4741-8ADE-6072A23893D0}" presName="vert1" presStyleCnt="0"/>
      <dgm:spPr/>
    </dgm:pt>
    <dgm:pt modelId="{D7470503-3760-4C53-A26C-29AB7F5D7059}" type="pres">
      <dgm:prSet presAssocID="{AD38DA12-0D42-4D90-80E3-B3ED982CE790}" presName="thickLine" presStyleLbl="alignNode1" presStyleIdx="1" presStyleCnt="5"/>
      <dgm:spPr/>
    </dgm:pt>
    <dgm:pt modelId="{831D66C4-F065-4029-BBA6-B70AAED13709}" type="pres">
      <dgm:prSet presAssocID="{AD38DA12-0D42-4D90-80E3-B3ED982CE790}" presName="horz1" presStyleCnt="0"/>
      <dgm:spPr/>
    </dgm:pt>
    <dgm:pt modelId="{DEDE2CA2-B1BC-425A-81B5-BAB33132871E}" type="pres">
      <dgm:prSet presAssocID="{AD38DA12-0D42-4D90-80E3-B3ED982CE790}" presName="tx1" presStyleLbl="revTx" presStyleIdx="1" presStyleCnt="5"/>
      <dgm:spPr/>
    </dgm:pt>
    <dgm:pt modelId="{135754F9-75F2-41AA-8840-589BC916DC63}" type="pres">
      <dgm:prSet presAssocID="{AD38DA12-0D42-4D90-80E3-B3ED982CE790}" presName="vert1" presStyleCnt="0"/>
      <dgm:spPr/>
    </dgm:pt>
    <dgm:pt modelId="{98D97B99-C299-43E0-B226-EA8D7C6F542D}" type="pres">
      <dgm:prSet presAssocID="{AD5F4E6F-18BD-4B65-843D-AC7117049AD4}" presName="thickLine" presStyleLbl="alignNode1" presStyleIdx="2" presStyleCnt="5"/>
      <dgm:spPr/>
    </dgm:pt>
    <dgm:pt modelId="{8759E2CD-F8E6-4308-8436-FA064C83D829}" type="pres">
      <dgm:prSet presAssocID="{AD5F4E6F-18BD-4B65-843D-AC7117049AD4}" presName="horz1" presStyleCnt="0"/>
      <dgm:spPr/>
    </dgm:pt>
    <dgm:pt modelId="{C39D7184-78E8-493B-97E0-0ABAFFE74DA9}" type="pres">
      <dgm:prSet presAssocID="{AD5F4E6F-18BD-4B65-843D-AC7117049AD4}" presName="tx1" presStyleLbl="revTx" presStyleIdx="2" presStyleCnt="5"/>
      <dgm:spPr/>
    </dgm:pt>
    <dgm:pt modelId="{FD6F5E59-C4B4-4E6C-9767-06B2D43C8BCD}" type="pres">
      <dgm:prSet presAssocID="{AD5F4E6F-18BD-4B65-843D-AC7117049AD4}" presName="vert1" presStyleCnt="0"/>
      <dgm:spPr/>
    </dgm:pt>
    <dgm:pt modelId="{954359CE-321B-4F23-8520-F242EB1BF737}" type="pres">
      <dgm:prSet presAssocID="{595A2BF8-AC06-4FB1-9B8F-9831BE77C2D4}" presName="thickLine" presStyleLbl="alignNode1" presStyleIdx="3" presStyleCnt="5"/>
      <dgm:spPr/>
    </dgm:pt>
    <dgm:pt modelId="{2E379071-281D-4835-BC4F-FE3A6D242A90}" type="pres">
      <dgm:prSet presAssocID="{595A2BF8-AC06-4FB1-9B8F-9831BE77C2D4}" presName="horz1" presStyleCnt="0"/>
      <dgm:spPr/>
    </dgm:pt>
    <dgm:pt modelId="{E871A905-7E4C-4706-AD89-6D45E106277C}" type="pres">
      <dgm:prSet presAssocID="{595A2BF8-AC06-4FB1-9B8F-9831BE77C2D4}" presName="tx1" presStyleLbl="revTx" presStyleIdx="3" presStyleCnt="5"/>
      <dgm:spPr/>
    </dgm:pt>
    <dgm:pt modelId="{A8772FEA-62E0-4D4B-9660-AFC3F256FF11}" type="pres">
      <dgm:prSet presAssocID="{595A2BF8-AC06-4FB1-9B8F-9831BE77C2D4}" presName="vert1" presStyleCnt="0"/>
      <dgm:spPr/>
    </dgm:pt>
    <dgm:pt modelId="{FF63905C-35DD-4E2B-BA18-7E485D62AFCC}" type="pres">
      <dgm:prSet presAssocID="{023B4519-1B4B-4228-92E1-C2567AF25FD8}" presName="thickLine" presStyleLbl="alignNode1" presStyleIdx="4" presStyleCnt="5"/>
      <dgm:spPr/>
    </dgm:pt>
    <dgm:pt modelId="{06693522-8E97-4F9D-98FD-67C0BECAF718}" type="pres">
      <dgm:prSet presAssocID="{023B4519-1B4B-4228-92E1-C2567AF25FD8}" presName="horz1" presStyleCnt="0"/>
      <dgm:spPr/>
    </dgm:pt>
    <dgm:pt modelId="{43BF632C-FD2B-4761-8EF1-22E518096289}" type="pres">
      <dgm:prSet presAssocID="{023B4519-1B4B-4228-92E1-C2567AF25FD8}" presName="tx1" presStyleLbl="revTx" presStyleIdx="4" presStyleCnt="5"/>
      <dgm:spPr/>
    </dgm:pt>
    <dgm:pt modelId="{2112C6ED-BAEE-4FF5-8A06-FA63504CBD05}" type="pres">
      <dgm:prSet presAssocID="{023B4519-1B4B-4228-92E1-C2567AF25FD8}" presName="vert1" presStyleCnt="0"/>
      <dgm:spPr/>
    </dgm:pt>
  </dgm:ptLst>
  <dgm:cxnLst>
    <dgm:cxn modelId="{50D06A0B-01B2-4CC2-8D29-1179ACBE0904}" type="presOf" srcId="{3A6E3843-94F4-4741-8ADE-6072A23893D0}" destId="{AC53A4B3-39BA-40E5-B71D-01CFF035527C}" srcOrd="0" destOrd="0" presId="urn:microsoft.com/office/officeart/2008/layout/LinedList"/>
    <dgm:cxn modelId="{C9013E23-D442-4B1A-8292-80BCB86C5D47}" type="presOf" srcId="{595A2BF8-AC06-4FB1-9B8F-9831BE77C2D4}" destId="{E871A905-7E4C-4706-AD89-6D45E106277C}" srcOrd="0" destOrd="0" presId="urn:microsoft.com/office/officeart/2008/layout/LinedList"/>
    <dgm:cxn modelId="{3801F92A-E7D4-4698-8F5E-A74E8C361A23}" type="presOf" srcId="{AD5F4E6F-18BD-4B65-843D-AC7117049AD4}" destId="{C39D7184-78E8-493B-97E0-0ABAFFE74DA9}" srcOrd="0" destOrd="0" presId="urn:microsoft.com/office/officeart/2008/layout/LinedList"/>
    <dgm:cxn modelId="{C160AE67-99F9-40F3-A5E7-8D8B15FCC980}" srcId="{189DD8E5-353A-46DE-B139-A7093D5A91C2}" destId="{595A2BF8-AC06-4FB1-9B8F-9831BE77C2D4}" srcOrd="3" destOrd="0" parTransId="{B651E446-4708-4115-AB28-171D15D470B0}" sibTransId="{C9E8E45E-D06D-4DE3-8C20-4B18703063C9}"/>
    <dgm:cxn modelId="{37ABD27A-AB1E-462D-97C4-ED8543888CB5}" srcId="{189DD8E5-353A-46DE-B139-A7093D5A91C2}" destId="{023B4519-1B4B-4228-92E1-C2567AF25FD8}" srcOrd="4" destOrd="0" parTransId="{DA75C17F-D650-4890-B3CB-B156D11D5C91}" sibTransId="{0F67455F-0395-438C-A9A4-6A2F4D4DA770}"/>
    <dgm:cxn modelId="{FE07B58C-C212-4321-A0E1-5059895EB07B}" type="presOf" srcId="{023B4519-1B4B-4228-92E1-C2567AF25FD8}" destId="{43BF632C-FD2B-4761-8EF1-22E518096289}" srcOrd="0" destOrd="0" presId="urn:microsoft.com/office/officeart/2008/layout/LinedList"/>
    <dgm:cxn modelId="{C6A4ADB5-4886-46E4-9118-81A6F1EEA522}" type="presOf" srcId="{189DD8E5-353A-46DE-B139-A7093D5A91C2}" destId="{34415772-1C91-4DBD-AF66-D0182C24934F}" srcOrd="0" destOrd="0" presId="urn:microsoft.com/office/officeart/2008/layout/LinedList"/>
    <dgm:cxn modelId="{034C09B6-7746-4D7A-B110-7698BC389E50}" srcId="{189DD8E5-353A-46DE-B139-A7093D5A91C2}" destId="{AD38DA12-0D42-4D90-80E3-B3ED982CE790}" srcOrd="1" destOrd="0" parTransId="{5CC8E360-E384-4C11-BA0A-60C127A525DC}" sibTransId="{EEF2791C-5175-4E16-AB10-92C5844B9B15}"/>
    <dgm:cxn modelId="{EAF303C0-9A81-4AAD-934A-8347A8727975}" srcId="{189DD8E5-353A-46DE-B139-A7093D5A91C2}" destId="{AD5F4E6F-18BD-4B65-843D-AC7117049AD4}" srcOrd="2" destOrd="0" parTransId="{6B557EC2-750B-4A20-950B-B5D0C667A431}" sibTransId="{12DE5EAC-7E99-428A-A152-E2421578C9AC}"/>
    <dgm:cxn modelId="{76A773C7-B8E3-4FBD-B3F8-BFFE4841A345}" srcId="{189DD8E5-353A-46DE-B139-A7093D5A91C2}" destId="{3A6E3843-94F4-4741-8ADE-6072A23893D0}" srcOrd="0" destOrd="0" parTransId="{FF493137-E6C8-494E-8AB7-FD8BB449D373}" sibTransId="{E38736FA-B8AA-44FE-A215-89FB3EA83587}"/>
    <dgm:cxn modelId="{FBA02BF0-BB86-4C25-98A3-B079172026BD}" type="presOf" srcId="{AD38DA12-0D42-4D90-80E3-B3ED982CE790}" destId="{DEDE2CA2-B1BC-425A-81B5-BAB33132871E}" srcOrd="0" destOrd="0" presId="urn:microsoft.com/office/officeart/2008/layout/LinedList"/>
    <dgm:cxn modelId="{F47E76FE-C857-4375-8D11-C210EE032ADC}" type="presParOf" srcId="{34415772-1C91-4DBD-AF66-D0182C24934F}" destId="{7175E3D8-7353-45EC-A6E9-19DC74AF4B93}" srcOrd="0" destOrd="0" presId="urn:microsoft.com/office/officeart/2008/layout/LinedList"/>
    <dgm:cxn modelId="{9DF4945A-776E-4445-A9F0-3AFC1D96F0A2}" type="presParOf" srcId="{34415772-1C91-4DBD-AF66-D0182C24934F}" destId="{C970C1DD-6FD6-4B28-ADB1-943CA0503244}" srcOrd="1" destOrd="0" presId="urn:microsoft.com/office/officeart/2008/layout/LinedList"/>
    <dgm:cxn modelId="{BF15CE57-BE9E-4665-9E2C-DEF41B63A854}" type="presParOf" srcId="{C970C1DD-6FD6-4B28-ADB1-943CA0503244}" destId="{AC53A4B3-39BA-40E5-B71D-01CFF035527C}" srcOrd="0" destOrd="0" presId="urn:microsoft.com/office/officeart/2008/layout/LinedList"/>
    <dgm:cxn modelId="{2E9838C0-55AD-4D3A-88B9-C5F115F0EFE6}" type="presParOf" srcId="{C970C1DD-6FD6-4B28-ADB1-943CA0503244}" destId="{AD14FE41-B6CB-4637-B6F6-01E1AA22427A}" srcOrd="1" destOrd="0" presId="urn:microsoft.com/office/officeart/2008/layout/LinedList"/>
    <dgm:cxn modelId="{285F0FD3-28AC-4919-9341-BE7505FF1595}" type="presParOf" srcId="{34415772-1C91-4DBD-AF66-D0182C24934F}" destId="{D7470503-3760-4C53-A26C-29AB7F5D7059}" srcOrd="2" destOrd="0" presId="urn:microsoft.com/office/officeart/2008/layout/LinedList"/>
    <dgm:cxn modelId="{7C1888E4-47EA-4453-A00D-1AE40778A2E5}" type="presParOf" srcId="{34415772-1C91-4DBD-AF66-D0182C24934F}" destId="{831D66C4-F065-4029-BBA6-B70AAED13709}" srcOrd="3" destOrd="0" presId="urn:microsoft.com/office/officeart/2008/layout/LinedList"/>
    <dgm:cxn modelId="{3F035379-6AC2-4B92-9CE2-0F9CBEC2C61C}" type="presParOf" srcId="{831D66C4-F065-4029-BBA6-B70AAED13709}" destId="{DEDE2CA2-B1BC-425A-81B5-BAB33132871E}" srcOrd="0" destOrd="0" presId="urn:microsoft.com/office/officeart/2008/layout/LinedList"/>
    <dgm:cxn modelId="{5F2EF54D-54F4-4B2F-8498-DA12029EC26B}" type="presParOf" srcId="{831D66C4-F065-4029-BBA6-B70AAED13709}" destId="{135754F9-75F2-41AA-8840-589BC916DC63}" srcOrd="1" destOrd="0" presId="urn:microsoft.com/office/officeart/2008/layout/LinedList"/>
    <dgm:cxn modelId="{B216C68D-D937-4CF6-A246-63A28D3BDF77}" type="presParOf" srcId="{34415772-1C91-4DBD-AF66-D0182C24934F}" destId="{98D97B99-C299-43E0-B226-EA8D7C6F542D}" srcOrd="4" destOrd="0" presId="urn:microsoft.com/office/officeart/2008/layout/LinedList"/>
    <dgm:cxn modelId="{9D007C5C-28D7-47A1-ADA5-C6F10A7E13DF}" type="presParOf" srcId="{34415772-1C91-4DBD-AF66-D0182C24934F}" destId="{8759E2CD-F8E6-4308-8436-FA064C83D829}" srcOrd="5" destOrd="0" presId="urn:microsoft.com/office/officeart/2008/layout/LinedList"/>
    <dgm:cxn modelId="{CF78F815-3FF8-4AD5-B0A8-B2369FEFF5F2}" type="presParOf" srcId="{8759E2CD-F8E6-4308-8436-FA064C83D829}" destId="{C39D7184-78E8-493B-97E0-0ABAFFE74DA9}" srcOrd="0" destOrd="0" presId="urn:microsoft.com/office/officeart/2008/layout/LinedList"/>
    <dgm:cxn modelId="{2A0CCB02-10C5-4537-83F9-408036B5752F}" type="presParOf" srcId="{8759E2CD-F8E6-4308-8436-FA064C83D829}" destId="{FD6F5E59-C4B4-4E6C-9767-06B2D43C8BCD}" srcOrd="1" destOrd="0" presId="urn:microsoft.com/office/officeart/2008/layout/LinedList"/>
    <dgm:cxn modelId="{2EB4F731-2CBC-422D-B41C-AD676E685AD6}" type="presParOf" srcId="{34415772-1C91-4DBD-AF66-D0182C24934F}" destId="{954359CE-321B-4F23-8520-F242EB1BF737}" srcOrd="6" destOrd="0" presId="urn:microsoft.com/office/officeart/2008/layout/LinedList"/>
    <dgm:cxn modelId="{1EEC07CF-2FC8-4FE0-8773-66F5A43EA109}" type="presParOf" srcId="{34415772-1C91-4DBD-AF66-D0182C24934F}" destId="{2E379071-281D-4835-BC4F-FE3A6D242A90}" srcOrd="7" destOrd="0" presId="urn:microsoft.com/office/officeart/2008/layout/LinedList"/>
    <dgm:cxn modelId="{F2B71E3D-AD3D-49F5-8B6F-40D24ABEE235}" type="presParOf" srcId="{2E379071-281D-4835-BC4F-FE3A6D242A90}" destId="{E871A905-7E4C-4706-AD89-6D45E106277C}" srcOrd="0" destOrd="0" presId="urn:microsoft.com/office/officeart/2008/layout/LinedList"/>
    <dgm:cxn modelId="{089E99F2-1073-4A95-8E38-67B4D4961A9D}" type="presParOf" srcId="{2E379071-281D-4835-BC4F-FE3A6D242A90}" destId="{A8772FEA-62E0-4D4B-9660-AFC3F256FF11}" srcOrd="1" destOrd="0" presId="urn:microsoft.com/office/officeart/2008/layout/LinedList"/>
    <dgm:cxn modelId="{7B48724C-F713-4422-BDBB-A9C93B256F27}" type="presParOf" srcId="{34415772-1C91-4DBD-AF66-D0182C24934F}" destId="{FF63905C-35DD-4E2B-BA18-7E485D62AFCC}" srcOrd="8" destOrd="0" presId="urn:microsoft.com/office/officeart/2008/layout/LinedList"/>
    <dgm:cxn modelId="{F6C84ED2-78A0-4D54-869F-6B066EDD98EF}" type="presParOf" srcId="{34415772-1C91-4DBD-AF66-D0182C24934F}" destId="{06693522-8E97-4F9D-98FD-67C0BECAF718}" srcOrd="9" destOrd="0" presId="urn:microsoft.com/office/officeart/2008/layout/LinedList"/>
    <dgm:cxn modelId="{19A506B8-B533-47AB-BD30-E07AC9448797}" type="presParOf" srcId="{06693522-8E97-4F9D-98FD-67C0BECAF718}" destId="{43BF632C-FD2B-4761-8EF1-22E518096289}" srcOrd="0" destOrd="0" presId="urn:microsoft.com/office/officeart/2008/layout/LinedList"/>
    <dgm:cxn modelId="{A92A1B31-3CD7-49B8-A219-582560DB45F6}" type="presParOf" srcId="{06693522-8E97-4F9D-98FD-67C0BECAF718}" destId="{2112C6ED-BAEE-4FF5-8A06-FA63504CBD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5D6A7E-2837-46B3-9774-A281E45EACB0}">
      <dsp:nvSpPr>
        <dsp:cNvPr id="0" name=""/>
        <dsp:cNvSpPr/>
      </dsp:nvSpPr>
      <dsp:spPr>
        <a:xfrm>
          <a:off x="383277" y="1157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User Authentication</a:t>
          </a:r>
          <a:endParaRPr lang="en-US" sz="1800" kern="1200" dirty="0"/>
        </a:p>
      </dsp:txBody>
      <dsp:txXfrm>
        <a:off x="383277" y="1157"/>
        <a:ext cx="1806475" cy="1083885"/>
      </dsp:txXfrm>
    </dsp:sp>
    <dsp:sp modelId="{22140879-75A4-4CA3-8AB7-686B8201B5C1}">
      <dsp:nvSpPr>
        <dsp:cNvPr id="0" name=""/>
        <dsp:cNvSpPr/>
      </dsp:nvSpPr>
      <dsp:spPr>
        <a:xfrm>
          <a:off x="2370400" y="1157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Dashboard Overview</a:t>
          </a:r>
          <a:endParaRPr lang="en-US" sz="1800" kern="1200" dirty="0"/>
        </a:p>
      </dsp:txBody>
      <dsp:txXfrm>
        <a:off x="2370400" y="1157"/>
        <a:ext cx="1806475" cy="1083885"/>
      </dsp:txXfrm>
    </dsp:sp>
    <dsp:sp modelId="{93A9C182-F583-4DEA-8C41-B7721F7B4FC0}">
      <dsp:nvSpPr>
        <dsp:cNvPr id="0" name=""/>
        <dsp:cNvSpPr/>
      </dsp:nvSpPr>
      <dsp:spPr>
        <a:xfrm>
          <a:off x="4357523" y="1157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Book Management</a:t>
          </a:r>
          <a:endParaRPr lang="en-US" sz="1800" kern="1200" dirty="0"/>
        </a:p>
      </dsp:txBody>
      <dsp:txXfrm>
        <a:off x="4357523" y="1157"/>
        <a:ext cx="1806475" cy="1083885"/>
      </dsp:txXfrm>
    </dsp:sp>
    <dsp:sp modelId="{B5AE6920-5F68-4383-A78F-280A05E98762}">
      <dsp:nvSpPr>
        <dsp:cNvPr id="0" name=""/>
        <dsp:cNvSpPr/>
      </dsp:nvSpPr>
      <dsp:spPr>
        <a:xfrm>
          <a:off x="6344647" y="1157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Search &amp; Filter Books</a:t>
          </a:r>
          <a:endParaRPr lang="en-US" sz="1800" kern="1200" dirty="0"/>
        </a:p>
      </dsp:txBody>
      <dsp:txXfrm>
        <a:off x="6344647" y="1157"/>
        <a:ext cx="1806475" cy="1083885"/>
      </dsp:txXfrm>
    </dsp:sp>
    <dsp:sp modelId="{AA3AEC59-00EB-449C-9366-C1305D52272D}">
      <dsp:nvSpPr>
        <dsp:cNvPr id="0" name=""/>
        <dsp:cNvSpPr/>
      </dsp:nvSpPr>
      <dsp:spPr>
        <a:xfrm>
          <a:off x="383277" y="1265690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Borrow Books</a:t>
          </a:r>
          <a:endParaRPr lang="en-US" sz="1800" kern="1200" dirty="0"/>
        </a:p>
      </dsp:txBody>
      <dsp:txXfrm>
        <a:off x="383277" y="1265690"/>
        <a:ext cx="1806475" cy="1083885"/>
      </dsp:txXfrm>
    </dsp:sp>
    <dsp:sp modelId="{AD7F8BDB-7065-4BCE-9108-ECA1DA0246EE}">
      <dsp:nvSpPr>
        <dsp:cNvPr id="0" name=""/>
        <dsp:cNvSpPr/>
      </dsp:nvSpPr>
      <dsp:spPr>
        <a:xfrm>
          <a:off x="2370400" y="1265690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Return Books</a:t>
          </a:r>
          <a:endParaRPr lang="en-US" sz="1800" kern="1200" dirty="0"/>
        </a:p>
      </dsp:txBody>
      <dsp:txXfrm>
        <a:off x="2370400" y="1265690"/>
        <a:ext cx="1806475" cy="1083885"/>
      </dsp:txXfrm>
    </dsp:sp>
    <dsp:sp modelId="{FF7D0732-D3A1-4571-A4B0-1D884DA6509F}">
      <dsp:nvSpPr>
        <dsp:cNvPr id="0" name=""/>
        <dsp:cNvSpPr/>
      </dsp:nvSpPr>
      <dsp:spPr>
        <a:xfrm>
          <a:off x="4357523" y="1265690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Fine Management</a:t>
          </a:r>
          <a:endParaRPr lang="en-US" sz="1800" kern="1200" dirty="0"/>
        </a:p>
      </dsp:txBody>
      <dsp:txXfrm>
        <a:off x="4357523" y="1265690"/>
        <a:ext cx="1806475" cy="1083885"/>
      </dsp:txXfrm>
    </dsp:sp>
    <dsp:sp modelId="{BF8EB317-0FBD-4A62-BC1A-208997DC2B59}">
      <dsp:nvSpPr>
        <dsp:cNvPr id="0" name=""/>
        <dsp:cNvSpPr/>
      </dsp:nvSpPr>
      <dsp:spPr>
        <a:xfrm>
          <a:off x="6344647" y="1265690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Wishlist Management</a:t>
          </a:r>
          <a:endParaRPr lang="en-US" sz="1800" kern="1200" dirty="0"/>
        </a:p>
      </dsp:txBody>
      <dsp:txXfrm>
        <a:off x="6344647" y="1265690"/>
        <a:ext cx="1806475" cy="1083885"/>
      </dsp:txXfrm>
    </dsp:sp>
    <dsp:sp modelId="{2CDA50D6-4D23-403F-ADD9-9CDF5ADF2669}">
      <dsp:nvSpPr>
        <dsp:cNvPr id="0" name=""/>
        <dsp:cNvSpPr/>
      </dsp:nvSpPr>
      <dsp:spPr>
        <a:xfrm>
          <a:off x="2370400" y="2530223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User Profile Management</a:t>
          </a:r>
          <a:endParaRPr lang="en-US" sz="1800" kern="1200" dirty="0"/>
        </a:p>
      </dsp:txBody>
      <dsp:txXfrm>
        <a:off x="2370400" y="2530223"/>
        <a:ext cx="1806475" cy="1083885"/>
      </dsp:txXfrm>
    </dsp:sp>
    <dsp:sp modelId="{800839A4-6146-4B62-8E09-4053A00EBA9C}">
      <dsp:nvSpPr>
        <dsp:cNvPr id="0" name=""/>
        <dsp:cNvSpPr/>
      </dsp:nvSpPr>
      <dsp:spPr>
        <a:xfrm>
          <a:off x="4357523" y="2530223"/>
          <a:ext cx="1806475" cy="1083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Dark/Light Theme Support</a:t>
          </a:r>
          <a:endParaRPr lang="en-US" sz="1800" kern="1200" dirty="0"/>
        </a:p>
      </dsp:txBody>
      <dsp:txXfrm>
        <a:off x="4357523" y="2530223"/>
        <a:ext cx="1806475" cy="10838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05247-8548-4379-AD05-210BDBF2064C}">
      <dsp:nvSpPr>
        <dsp:cNvPr id="0" name=""/>
        <dsp:cNvSpPr/>
      </dsp:nvSpPr>
      <dsp:spPr>
        <a:xfrm>
          <a:off x="0" y="20385"/>
          <a:ext cx="8534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Easy book tracking</a:t>
          </a:r>
        </a:p>
      </dsp:txBody>
      <dsp:txXfrm>
        <a:off x="18734" y="39119"/>
        <a:ext cx="8496932" cy="346292"/>
      </dsp:txXfrm>
    </dsp:sp>
    <dsp:sp modelId="{AEDCAC19-91B4-498F-97F8-F20BED523553}">
      <dsp:nvSpPr>
        <dsp:cNvPr id="0" name=""/>
        <dsp:cNvSpPr/>
      </dsp:nvSpPr>
      <dsp:spPr>
        <a:xfrm>
          <a:off x="0" y="450225"/>
          <a:ext cx="8534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Faster searching</a:t>
          </a:r>
        </a:p>
      </dsp:txBody>
      <dsp:txXfrm>
        <a:off x="18734" y="468959"/>
        <a:ext cx="8496932" cy="346292"/>
      </dsp:txXfrm>
    </dsp:sp>
    <dsp:sp modelId="{3C0EC055-A2D9-466E-B6E0-C1692679CD43}">
      <dsp:nvSpPr>
        <dsp:cNvPr id="0" name=""/>
        <dsp:cNvSpPr/>
      </dsp:nvSpPr>
      <dsp:spPr>
        <a:xfrm>
          <a:off x="0" y="880065"/>
          <a:ext cx="8534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Accurate fine calculation</a:t>
          </a:r>
        </a:p>
      </dsp:txBody>
      <dsp:txXfrm>
        <a:off x="18734" y="898799"/>
        <a:ext cx="8496932" cy="346292"/>
      </dsp:txXfrm>
    </dsp:sp>
    <dsp:sp modelId="{28F1E3BA-B386-406B-9527-CEA595E7968A}">
      <dsp:nvSpPr>
        <dsp:cNvPr id="0" name=""/>
        <dsp:cNvSpPr/>
      </dsp:nvSpPr>
      <dsp:spPr>
        <a:xfrm>
          <a:off x="0" y="1309906"/>
          <a:ext cx="8534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Improved user experience</a:t>
          </a:r>
        </a:p>
      </dsp:txBody>
      <dsp:txXfrm>
        <a:off x="18734" y="1328640"/>
        <a:ext cx="8496932" cy="346292"/>
      </dsp:txXfrm>
    </dsp:sp>
    <dsp:sp modelId="{8F68E996-9E6E-48B5-83ED-AC6DC20E7354}">
      <dsp:nvSpPr>
        <dsp:cNvPr id="0" name=""/>
        <dsp:cNvSpPr/>
      </dsp:nvSpPr>
      <dsp:spPr>
        <a:xfrm>
          <a:off x="0" y="1739746"/>
          <a:ext cx="8534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Reduced paperwork</a:t>
          </a:r>
        </a:p>
      </dsp:txBody>
      <dsp:txXfrm>
        <a:off x="18734" y="1758480"/>
        <a:ext cx="8496932" cy="346292"/>
      </dsp:txXfrm>
    </dsp:sp>
    <dsp:sp modelId="{D044B894-F2CB-4E12-94DC-63BBADED39D2}">
      <dsp:nvSpPr>
        <dsp:cNvPr id="0" name=""/>
        <dsp:cNvSpPr/>
      </dsp:nvSpPr>
      <dsp:spPr>
        <a:xfrm>
          <a:off x="0" y="2169586"/>
          <a:ext cx="8534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Secure data management</a:t>
          </a:r>
        </a:p>
      </dsp:txBody>
      <dsp:txXfrm>
        <a:off x="18734" y="2188320"/>
        <a:ext cx="8496932" cy="346292"/>
      </dsp:txXfrm>
    </dsp:sp>
    <dsp:sp modelId="{7FC77E3B-78CC-42BA-8B6B-7ED1C774AB54}">
      <dsp:nvSpPr>
        <dsp:cNvPr id="0" name=""/>
        <dsp:cNvSpPr/>
      </dsp:nvSpPr>
      <dsp:spPr>
        <a:xfrm>
          <a:off x="0" y="2599426"/>
          <a:ext cx="8534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Real-time availability updates</a:t>
          </a:r>
        </a:p>
      </dsp:txBody>
      <dsp:txXfrm>
        <a:off x="18734" y="2618160"/>
        <a:ext cx="8496932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5E3D8-7353-45EC-A6E9-19DC74AF4B93}">
      <dsp:nvSpPr>
        <dsp:cNvPr id="0" name=""/>
        <dsp:cNvSpPr/>
      </dsp:nvSpPr>
      <dsp:spPr>
        <a:xfrm>
          <a:off x="0" y="415"/>
          <a:ext cx="102552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3A4B3-39BA-40E5-B71D-01CFF035527C}">
      <dsp:nvSpPr>
        <dsp:cNvPr id="0" name=""/>
        <dsp:cNvSpPr/>
      </dsp:nvSpPr>
      <dsp:spPr>
        <a:xfrm>
          <a:off x="0" y="415"/>
          <a:ext cx="10255250" cy="680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QR Code Based Issue/Return </a:t>
          </a:r>
          <a:endParaRPr lang="en-US" sz="3100" kern="1200"/>
        </a:p>
      </dsp:txBody>
      <dsp:txXfrm>
        <a:off x="0" y="415"/>
        <a:ext cx="10255250" cy="680587"/>
      </dsp:txXfrm>
    </dsp:sp>
    <dsp:sp modelId="{D7470503-3760-4C53-A26C-29AB7F5D7059}">
      <dsp:nvSpPr>
        <dsp:cNvPr id="0" name=""/>
        <dsp:cNvSpPr/>
      </dsp:nvSpPr>
      <dsp:spPr>
        <a:xfrm>
          <a:off x="0" y="681002"/>
          <a:ext cx="102552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DE2CA2-B1BC-425A-81B5-BAB33132871E}">
      <dsp:nvSpPr>
        <dsp:cNvPr id="0" name=""/>
        <dsp:cNvSpPr/>
      </dsp:nvSpPr>
      <dsp:spPr>
        <a:xfrm>
          <a:off x="0" y="681002"/>
          <a:ext cx="10255250" cy="680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Barcode Integration </a:t>
          </a:r>
          <a:endParaRPr lang="en-US" sz="3100" kern="1200"/>
        </a:p>
      </dsp:txBody>
      <dsp:txXfrm>
        <a:off x="0" y="681002"/>
        <a:ext cx="10255250" cy="680587"/>
      </dsp:txXfrm>
    </dsp:sp>
    <dsp:sp modelId="{98D97B99-C299-43E0-B226-EA8D7C6F542D}">
      <dsp:nvSpPr>
        <dsp:cNvPr id="0" name=""/>
        <dsp:cNvSpPr/>
      </dsp:nvSpPr>
      <dsp:spPr>
        <a:xfrm>
          <a:off x="0" y="1361590"/>
          <a:ext cx="102552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D7184-78E8-493B-97E0-0ABAFFE74DA9}">
      <dsp:nvSpPr>
        <dsp:cNvPr id="0" name=""/>
        <dsp:cNvSpPr/>
      </dsp:nvSpPr>
      <dsp:spPr>
        <a:xfrm>
          <a:off x="0" y="1361590"/>
          <a:ext cx="10255250" cy="680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Email Notifications</a:t>
          </a:r>
          <a:endParaRPr lang="en-US" sz="3100" kern="1200"/>
        </a:p>
      </dsp:txBody>
      <dsp:txXfrm>
        <a:off x="0" y="1361590"/>
        <a:ext cx="10255250" cy="680587"/>
      </dsp:txXfrm>
    </dsp:sp>
    <dsp:sp modelId="{954359CE-321B-4F23-8520-F242EB1BF737}">
      <dsp:nvSpPr>
        <dsp:cNvPr id="0" name=""/>
        <dsp:cNvSpPr/>
      </dsp:nvSpPr>
      <dsp:spPr>
        <a:xfrm>
          <a:off x="0" y="2042177"/>
          <a:ext cx="102552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71A905-7E4C-4706-AD89-6D45E106277C}">
      <dsp:nvSpPr>
        <dsp:cNvPr id="0" name=""/>
        <dsp:cNvSpPr/>
      </dsp:nvSpPr>
      <dsp:spPr>
        <a:xfrm>
          <a:off x="0" y="2042177"/>
          <a:ext cx="10255250" cy="680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Mobile Application</a:t>
          </a:r>
          <a:endParaRPr lang="en-US" sz="3100" kern="1200"/>
        </a:p>
      </dsp:txBody>
      <dsp:txXfrm>
        <a:off x="0" y="2042177"/>
        <a:ext cx="10255250" cy="680587"/>
      </dsp:txXfrm>
    </dsp:sp>
    <dsp:sp modelId="{FF63905C-35DD-4E2B-BA18-7E485D62AFCC}">
      <dsp:nvSpPr>
        <dsp:cNvPr id="0" name=""/>
        <dsp:cNvSpPr/>
      </dsp:nvSpPr>
      <dsp:spPr>
        <a:xfrm>
          <a:off x="0" y="2722765"/>
          <a:ext cx="102552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F632C-FD2B-4761-8EF1-22E518096289}">
      <dsp:nvSpPr>
        <dsp:cNvPr id="0" name=""/>
        <dsp:cNvSpPr/>
      </dsp:nvSpPr>
      <dsp:spPr>
        <a:xfrm>
          <a:off x="0" y="2722765"/>
          <a:ext cx="10255250" cy="680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Online Fine Payment</a:t>
          </a:r>
          <a:endParaRPr lang="en-US" sz="3100" kern="1200" dirty="0"/>
        </a:p>
      </dsp:txBody>
      <dsp:txXfrm>
        <a:off x="0" y="2722765"/>
        <a:ext cx="10255250" cy="680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88142C-D3C4-43DC-A844-A7D9ECB0F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7851A-C5A5-F07F-CA1F-78145F04A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3" y="685799"/>
            <a:ext cx="4781147" cy="4892676"/>
          </a:xfrm>
        </p:spPr>
        <p:txBody>
          <a:bodyPr anchor="ctr">
            <a:normAutofit/>
          </a:bodyPr>
          <a:lstStyle/>
          <a:p>
            <a:pPr algn="r"/>
            <a:r>
              <a:rPr lang="en-US" b="1" dirty="0"/>
              <a:t>Library management system</a:t>
            </a:r>
            <a:endParaRPr lang="en-IN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DC9EF-092A-4FEF-8A40-0E509CA7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338E0-B2CB-7B7D-1291-4EA2374FA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1624" y="685799"/>
            <a:ext cx="5232289" cy="486998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Developed By</a:t>
            </a: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G. Sravani  		     	TR-580</a:t>
            </a: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K. Swathi		      	 	TR-581</a:t>
            </a: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P. Gouri shiva prasad TR-583</a:t>
            </a: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G. Yeshwanth 	        	TR-584</a:t>
            </a:r>
          </a:p>
          <a:p>
            <a:pPr>
              <a:lnSpc>
                <a:spcPct val="90000"/>
              </a:lnSpc>
            </a:pP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Trained by</a:t>
            </a: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Anuj Sharma</a:t>
            </a: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IN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5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726DA-A565-A550-B46B-EEAA9E50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IN"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DF43D-40B4-4A0A-7DE2-DCB3A1A6E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553" y="685800"/>
            <a:ext cx="4754563" cy="5410200"/>
          </a:xfrm>
        </p:spPr>
        <p:txBody>
          <a:bodyPr>
            <a:normAutofit/>
          </a:bodyPr>
          <a:lstStyle/>
          <a:p>
            <a:endParaRPr lang="en-US" sz="1800" b="1">
              <a:solidFill>
                <a:srgbClr val="FFFFFF"/>
              </a:solidFill>
            </a:endParaRPr>
          </a:p>
          <a:p>
            <a:r>
              <a:rPr lang="en-US" sz="1800" b="1">
                <a:solidFill>
                  <a:srgbClr val="FFFFFF"/>
                </a:solidFill>
              </a:rPr>
              <a:t>Introduction</a:t>
            </a:r>
          </a:p>
          <a:p>
            <a:r>
              <a:rPr lang="en-US" sz="1800" b="1">
                <a:solidFill>
                  <a:srgbClr val="FFFFFF"/>
                </a:solidFill>
              </a:rPr>
              <a:t>Problem Statement</a:t>
            </a:r>
          </a:p>
          <a:p>
            <a:r>
              <a:rPr lang="en-US" sz="1800" b="1">
                <a:solidFill>
                  <a:srgbClr val="FFFFFF"/>
                </a:solidFill>
              </a:rPr>
              <a:t>Project Objectives</a:t>
            </a:r>
          </a:p>
          <a:p>
            <a:r>
              <a:rPr lang="en-US" sz="1800" b="1">
                <a:solidFill>
                  <a:srgbClr val="FFFFFF"/>
                </a:solidFill>
              </a:rPr>
              <a:t>Technology Stack</a:t>
            </a:r>
          </a:p>
          <a:p>
            <a:r>
              <a:rPr lang="en-US" sz="1800" b="1">
                <a:solidFill>
                  <a:srgbClr val="FFFFFF"/>
                </a:solidFill>
              </a:rPr>
              <a:t>System Architecture</a:t>
            </a:r>
          </a:p>
          <a:p>
            <a:r>
              <a:rPr lang="en-US" sz="1800" b="1">
                <a:solidFill>
                  <a:srgbClr val="FFFFFF"/>
                </a:solidFill>
              </a:rPr>
              <a:t>Database Design</a:t>
            </a:r>
          </a:p>
          <a:p>
            <a:r>
              <a:rPr lang="en-US" sz="1800" b="1">
                <a:solidFill>
                  <a:srgbClr val="FFFFFF"/>
                </a:solidFill>
              </a:rPr>
              <a:t>System Modules</a:t>
            </a:r>
          </a:p>
          <a:p>
            <a:r>
              <a:rPr lang="en-US" sz="1800" b="1">
                <a:solidFill>
                  <a:srgbClr val="FFFFFF"/>
                </a:solidFill>
              </a:rPr>
              <a:t>Results</a:t>
            </a:r>
          </a:p>
          <a:p>
            <a:r>
              <a:rPr lang="en-US" sz="1800" b="1">
                <a:solidFill>
                  <a:srgbClr val="FFFFFF"/>
                </a:solidFill>
              </a:rPr>
              <a:t>Advantages</a:t>
            </a:r>
          </a:p>
          <a:p>
            <a:r>
              <a:rPr lang="en-US" sz="1800" b="1">
                <a:solidFill>
                  <a:srgbClr val="FFFFFF"/>
                </a:solidFill>
              </a:rPr>
              <a:t>Future Scope</a:t>
            </a:r>
          </a:p>
          <a:p>
            <a:r>
              <a:rPr lang="en-US" sz="1800" b="1">
                <a:solidFill>
                  <a:srgbClr val="FFFFFF"/>
                </a:solidFill>
              </a:rPr>
              <a:t>Conclusion</a:t>
            </a:r>
          </a:p>
          <a:p>
            <a:endParaRPr lang="en-IN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90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59719-7269-9DEF-8623-C61342B97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4754563" cy="5410200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en-IN" sz="1800" b="1">
                <a:solidFill>
                  <a:schemeClr val="tx1"/>
                </a:solidFill>
                <a:latin typeface="Segoe UI" panose="020B0502040204020203" pitchFamily="34" charset="0"/>
              </a:rPr>
              <a:t>Overview</a:t>
            </a:r>
          </a:p>
          <a:p>
            <a:pPr fontAlgn="t">
              <a:buNone/>
            </a:pPr>
            <a:r>
              <a:rPr lang="en-IN" sz="1800">
                <a:solidFill>
                  <a:schemeClr val="tx1"/>
                </a:solidFill>
                <a:latin typeface="Segoe UI" panose="020B0502040204020203" pitchFamily="34" charset="0"/>
              </a:rPr>
              <a:t>	The Library Management System is a web-based application designed to automate library operations such as book management, borrowing, returning, fine calculation, and user account management.</a:t>
            </a:r>
          </a:p>
          <a:p>
            <a:pPr fontAlgn="t">
              <a:buNone/>
            </a:pPr>
            <a:endParaRPr lang="en-IN" sz="1800">
              <a:solidFill>
                <a:schemeClr val="tx1"/>
              </a:solidFill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IN" sz="1800" b="1">
                <a:solidFill>
                  <a:schemeClr val="tx1"/>
                </a:solidFill>
                <a:latin typeface="Segoe UI" panose="020B0502040204020203" pitchFamily="34" charset="0"/>
              </a:rPr>
              <a:t>Purpose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IN" sz="1800">
                <a:solidFill>
                  <a:schemeClr val="tx1"/>
                </a:solidFill>
                <a:latin typeface="Segoe UI" panose="020B0502040204020203" pitchFamily="34" charset="0"/>
              </a:rPr>
              <a:t>Reduce manual work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IN" sz="1800">
                <a:solidFill>
                  <a:schemeClr val="tx1"/>
                </a:solidFill>
                <a:latin typeface="Segoe UI" panose="020B0502040204020203" pitchFamily="34" charset="0"/>
              </a:rPr>
              <a:t>Manage books efficiently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IN" sz="1800">
                <a:solidFill>
                  <a:schemeClr val="tx1"/>
                </a:solidFill>
                <a:latin typeface="Segoe UI" panose="020B0502040204020203" pitchFamily="34" charset="0"/>
              </a:rPr>
              <a:t>Improve user experience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IN" sz="1800">
                <a:solidFill>
                  <a:schemeClr val="tx1"/>
                </a:solidFill>
                <a:latin typeface="Segoe UI" panose="020B0502040204020203" pitchFamily="34" charset="0"/>
              </a:rPr>
              <a:t>Track borrowing activities</a:t>
            </a:r>
          </a:p>
          <a:p>
            <a:endParaRPr lang="en-IN" sz="18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4657345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FDDE8-0F1B-F565-7EF2-925D140D0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2057" y="685800"/>
            <a:ext cx="3592286" cy="5308599"/>
          </a:xfrm>
        </p:spPr>
        <p:txBody>
          <a:bodyPr>
            <a:normAutofit/>
          </a:bodyPr>
          <a:lstStyle/>
          <a:p>
            <a:pPr fontAlgn="t"/>
            <a:br>
              <a:rPr lang="en-IN" sz="3200" b="1">
                <a:latin typeface="Segoe UI" panose="020B0502040204020203" pitchFamily="34" charset="0"/>
              </a:rPr>
            </a:br>
            <a:br>
              <a:rPr lang="en-IN" sz="3200" b="1">
                <a:latin typeface="Segoe UI" panose="020B0502040204020203" pitchFamily="34" charset="0"/>
              </a:rPr>
            </a:br>
            <a:r>
              <a:rPr lang="en-IN" sz="3200" b="1">
                <a:latin typeface="Segoe UI" panose="020B0502040204020203" pitchFamily="34" charset="0"/>
              </a:rPr>
              <a:t>Introduction</a:t>
            </a:r>
            <a:br>
              <a:rPr lang="en-IN" sz="3200">
                <a:latin typeface="Segoe UI" panose="020B0502040204020203" pitchFamily="34" charset="0"/>
              </a:rPr>
            </a:br>
            <a:endParaRPr lang="en-IN" sz="3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344" y="0"/>
            <a:ext cx="1438656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3190CD-45FC-4DE0-B596-17D4DE53E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69288" y="3770390"/>
            <a:ext cx="1419541" cy="1660354"/>
            <a:chOff x="10292292" y="2963333"/>
            <a:chExt cx="1896535" cy="22182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BD4334C-2554-4361-8CFF-394E624CF4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FC3CBA7-AF68-4075-BAC7-623C34B4F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6C7307-1C78-4C8A-BF3D-FA420F177A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CD1F94-6C7C-4E8F-9336-E312E9F5C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5B11C2A-D791-46E1-B954-1184FB080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215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14053-02FC-9AE3-4EB9-ECF750C6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90" y="685800"/>
            <a:ext cx="4818656" cy="4603749"/>
          </a:xfrm>
        </p:spPr>
        <p:txBody>
          <a:bodyPr>
            <a:normAutofit/>
          </a:bodyPr>
          <a:lstStyle/>
          <a:p>
            <a:pPr algn="r" fontAlgn="t"/>
            <a:r>
              <a:rPr lang="en-IN" sz="5200" b="1">
                <a:latin typeface="Segoe UI" panose="020B0502040204020203" pitchFamily="34" charset="0"/>
              </a:rPr>
              <a:t>Problem Statement</a:t>
            </a:r>
            <a:br>
              <a:rPr lang="en-IN" sz="5200" b="1">
                <a:latin typeface="Segoe UI" panose="020B0502040204020203" pitchFamily="34" charset="0"/>
              </a:rPr>
            </a:br>
            <a:endParaRPr lang="en-IN" sz="52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A5CD1-001A-129F-18E0-A03D51A00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51" y="685800"/>
            <a:ext cx="4878959" cy="4603750"/>
          </a:xfrm>
        </p:spPr>
        <p:txBody>
          <a:bodyPr>
            <a:normAutofit/>
          </a:bodyPr>
          <a:lstStyle/>
          <a:p>
            <a:pPr fontAlgn="t">
              <a:lnSpc>
                <a:spcPct val="90000"/>
              </a:lnSpc>
              <a:buNone/>
            </a:pPr>
            <a:r>
              <a:rPr lang="en-IN" b="1">
                <a:solidFill>
                  <a:schemeClr val="tx1"/>
                </a:solidFill>
                <a:latin typeface="Segoe UI" panose="020B0502040204020203" pitchFamily="34" charset="0"/>
              </a:rPr>
              <a:t>Existing System Challenges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Segoe UI" panose="020B0502040204020203" pitchFamily="34" charset="0"/>
              </a:rPr>
              <a:t>Manual record maintenance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Segoe UI" panose="020B0502040204020203" pitchFamily="34" charset="0"/>
              </a:rPr>
              <a:t>Difficulty tracking issued books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Segoe UI" panose="020B0502040204020203" pitchFamily="34" charset="0"/>
              </a:rPr>
              <a:t>Time-consuming search process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Segoe UI" panose="020B0502040204020203" pitchFamily="34" charset="0"/>
              </a:rPr>
              <a:t>Errors in fine calculations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Segoe UI" panose="020B0502040204020203" pitchFamily="34" charset="0"/>
              </a:rPr>
              <a:t>Poor inventory management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>
              <a:solidFill>
                <a:schemeClr val="tx1"/>
              </a:solidFill>
              <a:latin typeface="Segoe UI" panose="020B0502040204020203" pitchFamily="34" charset="0"/>
            </a:endParaRPr>
          </a:p>
          <a:p>
            <a:pPr fontAlgn="t">
              <a:lnSpc>
                <a:spcPct val="90000"/>
              </a:lnSpc>
              <a:buNone/>
            </a:pPr>
            <a:r>
              <a:rPr lang="en-IN" b="1">
                <a:solidFill>
                  <a:schemeClr val="tx1"/>
                </a:solidFill>
                <a:latin typeface="Segoe UI" panose="020B0502040204020203" pitchFamily="34" charset="0"/>
              </a:rPr>
              <a:t>Proposed Solution</a:t>
            </a:r>
          </a:p>
          <a:p>
            <a:pPr fontAlgn="t">
              <a:lnSpc>
                <a:spcPct val="90000"/>
              </a:lnSpc>
              <a:buNone/>
            </a:pPr>
            <a:r>
              <a:rPr lang="en-IN">
                <a:solidFill>
                  <a:schemeClr val="tx1"/>
                </a:solidFill>
                <a:latin typeface="Segoe UI" panose="020B0502040204020203" pitchFamily="34" charset="0"/>
              </a:rPr>
              <a:t>A centralized digital platform for managing library resources and user activities.</a:t>
            </a:r>
          </a:p>
          <a:p>
            <a:pPr>
              <a:lnSpc>
                <a:spcPct val="90000"/>
              </a:lnSpc>
            </a:pPr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4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5435-F21C-3A84-8388-F9BD1A93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308" y="509692"/>
            <a:ext cx="8534400" cy="1507067"/>
          </a:xfrm>
        </p:spPr>
        <p:txBody>
          <a:bodyPr>
            <a:normAutofit/>
          </a:bodyPr>
          <a:lstStyle/>
          <a:p>
            <a:pPr algn="ctr" fontAlgn="t">
              <a:lnSpc>
                <a:spcPts val="1500"/>
              </a:lnSpc>
            </a:pPr>
            <a:r>
              <a:rPr lang="en-IN" sz="4000" b="1" dirty="0">
                <a:latin typeface="Segoe UI" panose="020B0502040204020203" pitchFamily="34" charset="0"/>
              </a:rPr>
              <a:t>System Features</a:t>
            </a:r>
            <a:br>
              <a:rPr lang="en-IN" sz="4000" b="1" dirty="0">
                <a:latin typeface="Segoe UI" panose="020B0502040204020203" pitchFamily="34" charset="0"/>
              </a:rPr>
            </a:br>
            <a:endParaRPr lang="en-IN" sz="40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D700D8-2A95-E520-A175-34B5D2E3A2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445874"/>
              </p:ext>
            </p:extLst>
          </p:nvPr>
        </p:nvGraphicFramePr>
        <p:xfrm>
          <a:off x="1113980" y="2705609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035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2182F-8984-55E5-7AC2-D712B289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36" y="588343"/>
            <a:ext cx="3747111" cy="4892040"/>
          </a:xfrm>
        </p:spPr>
        <p:txBody>
          <a:bodyPr>
            <a:normAutofit/>
          </a:bodyPr>
          <a:lstStyle/>
          <a:p>
            <a:pPr algn="r" fontAlgn="t"/>
            <a:r>
              <a:rPr lang="en-IN" b="1" dirty="0">
                <a:solidFill>
                  <a:schemeClr val="bg1"/>
                </a:solidFill>
                <a:latin typeface="Segoe UI" panose="020B0502040204020203" pitchFamily="34" charset="0"/>
              </a:rPr>
              <a:t>Technology Stack</a:t>
            </a:r>
            <a:br>
              <a:rPr lang="en-IN" b="1" dirty="0">
                <a:latin typeface="Segoe UI" panose="020B0502040204020203" pitchFamily="34" charset="0"/>
              </a:rPr>
            </a:br>
            <a:endParaRPr lang="en-IN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76F5537-C184-CEAA-AEA4-0FFB71F7D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137" y="490888"/>
            <a:ext cx="6417085" cy="5852160"/>
          </a:xfrm>
        </p:spPr>
        <p:txBody>
          <a:bodyPr>
            <a:normAutofit fontScale="85000" lnSpcReduction="20000"/>
          </a:bodyPr>
          <a:lstStyle/>
          <a:p>
            <a:pPr fontAlgn="t">
              <a:lnSpc>
                <a:spcPct val="90000"/>
              </a:lnSpc>
              <a:buNone/>
            </a:pPr>
            <a:r>
              <a:rPr lang="en-IN" sz="3500" b="1" dirty="0">
                <a:solidFill>
                  <a:schemeClr val="tx1"/>
                </a:solidFill>
                <a:latin typeface="Segoe UI" panose="020B0502040204020203" pitchFamily="34" charset="0"/>
              </a:rPr>
              <a:t>Frontend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Segoe UI" panose="020B0502040204020203" pitchFamily="34" charset="0"/>
              </a:rPr>
              <a:t>React.js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Segoe UI" panose="020B0502040204020203" pitchFamily="34" charset="0"/>
              </a:rPr>
              <a:t>HTML5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Segoe UI" panose="020B0502040204020203" pitchFamily="34" charset="0"/>
              </a:rPr>
              <a:t>CSS3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latin typeface="Segoe UI" panose="020B0502040204020203" pitchFamily="34" charset="0"/>
              </a:rPr>
              <a:t>JavaScript</a:t>
            </a:r>
          </a:p>
          <a:p>
            <a:pPr fontAlgn="t">
              <a:lnSpc>
                <a:spcPct val="90000"/>
              </a:lnSpc>
              <a:buNone/>
            </a:pPr>
            <a:r>
              <a:rPr lang="en-IN" sz="3100" b="1" dirty="0">
                <a:solidFill>
                  <a:schemeClr val="tx1"/>
                </a:solidFill>
                <a:latin typeface="Segoe UI" panose="020B0502040204020203" pitchFamily="34" charset="0"/>
              </a:rPr>
              <a:t>Backend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900" dirty="0">
                <a:solidFill>
                  <a:schemeClr val="tx1"/>
                </a:solidFill>
                <a:latin typeface="Segoe UI" panose="020B0502040204020203" pitchFamily="34" charset="0"/>
              </a:rPr>
              <a:t>Spring Boot 3</a:t>
            </a:r>
          </a:p>
          <a:p>
            <a:pPr fontAlgn="t">
              <a:lnSpc>
                <a:spcPct val="90000"/>
              </a:lnSpc>
              <a:buNone/>
            </a:pPr>
            <a:r>
              <a:rPr lang="en-IN" sz="3100" b="1" dirty="0">
                <a:solidFill>
                  <a:schemeClr val="tx1"/>
                </a:solidFill>
                <a:latin typeface="Segoe UI" panose="020B0502040204020203" pitchFamily="34" charset="0"/>
              </a:rPr>
              <a:t>Database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900" dirty="0">
                <a:solidFill>
                  <a:schemeClr val="tx1"/>
                </a:solidFill>
                <a:latin typeface="Segoe UI" panose="020B0502040204020203" pitchFamily="34" charset="0"/>
              </a:rPr>
              <a:t>MySQL </a:t>
            </a:r>
          </a:p>
          <a:p>
            <a:pPr fontAlgn="t">
              <a:lnSpc>
                <a:spcPct val="90000"/>
              </a:lnSpc>
              <a:buNone/>
            </a:pPr>
            <a:r>
              <a:rPr lang="en-IN" sz="2800" b="1" dirty="0">
                <a:solidFill>
                  <a:schemeClr val="tx1"/>
                </a:solidFill>
                <a:latin typeface="Segoe UI" panose="020B0502040204020203" pitchFamily="34" charset="0"/>
              </a:rPr>
              <a:t>Tools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600" dirty="0" err="1">
                <a:solidFill>
                  <a:schemeClr val="tx1"/>
                </a:solidFill>
                <a:latin typeface="Segoe UI" panose="020B0502040204020203" pitchFamily="34" charset="0"/>
              </a:rPr>
              <a:t>Intellij</a:t>
            </a:r>
            <a:r>
              <a:rPr lang="en-IN" sz="2600" dirty="0">
                <a:solidFill>
                  <a:schemeClr val="tx1"/>
                </a:solidFill>
                <a:latin typeface="Segoe UI" panose="020B0502040204020203" pitchFamily="34" charset="0"/>
              </a:rPr>
              <a:t> Idea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Segoe UI" panose="020B0502040204020203" pitchFamily="34" charset="0"/>
              </a:rPr>
              <a:t>Git &amp; GitHub</a:t>
            </a:r>
          </a:p>
          <a:p>
            <a:pPr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Segoe UI" panose="020B0502040204020203" pitchFamily="34" charset="0"/>
              </a:rPr>
              <a:t>Postman</a:t>
            </a:r>
          </a:p>
          <a:p>
            <a:pPr>
              <a:lnSpc>
                <a:spcPct val="90000"/>
              </a:lnSpc>
            </a:pPr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862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0B7A-DE91-ACB4-B81F-1CB7FE5F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704" y="166285"/>
            <a:ext cx="8543527" cy="940139"/>
          </a:xfrm>
        </p:spPr>
        <p:txBody>
          <a:bodyPr>
            <a:normAutofit/>
          </a:bodyPr>
          <a:lstStyle/>
          <a:p>
            <a:pPr algn="ctr" fontAlgn="t">
              <a:lnSpc>
                <a:spcPts val="1500"/>
              </a:lnSpc>
            </a:pPr>
            <a:r>
              <a:rPr lang="en-IN" sz="4000" b="1" dirty="0">
                <a:latin typeface="Segoe UI" panose="020B0502040204020203" pitchFamily="34" charset="0"/>
              </a:rPr>
              <a:t>System Architecture</a:t>
            </a:r>
            <a:br>
              <a:rPr lang="en-IN" sz="4000" b="1" dirty="0">
                <a:latin typeface="Segoe UI" panose="020B0502040204020203" pitchFamily="34" charset="0"/>
              </a:rPr>
            </a:br>
            <a:endParaRPr lang="en-IN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7EE910-4090-641D-F8BD-79A424721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120" y="978408"/>
            <a:ext cx="7891272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A59C-4E06-696C-4E6C-12B81209C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610" y="512100"/>
            <a:ext cx="8534400" cy="1172322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Segoe UI" panose="020B0502040204020203" pitchFamily="34" charset="0"/>
              </a:rPr>
              <a:t>Modules of the System</a:t>
            </a:r>
            <a:br>
              <a:rPr lang="en-IN" sz="4000" b="1" dirty="0">
                <a:latin typeface="Segoe UI" panose="020B0502040204020203" pitchFamily="34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0953C-BF08-9BF8-86CC-26365A177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8345" y="2175309"/>
            <a:ext cx="4937655" cy="3824083"/>
          </a:xfrm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IN" sz="2600" b="1" dirty="0">
                <a:latin typeface="Segoe UI" panose="020B0502040204020203" pitchFamily="34" charset="0"/>
              </a:rPr>
              <a:t>Admin Module	</a:t>
            </a:r>
          </a:p>
          <a:p>
            <a:pPr fontAlgn="t">
              <a:lnSpc>
                <a:spcPts val="1500"/>
              </a:lnSpc>
              <a:buNone/>
            </a:pPr>
            <a:r>
              <a:rPr lang="en-IN" sz="2600" b="1" dirty="0">
                <a:latin typeface="Segoe UI" panose="020B0502040204020203" pitchFamily="34" charset="0"/>
              </a:rPr>
              <a:t>				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Manage books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Manage users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Monitor borrow records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Manage fines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59F4D-5316-BCB0-327F-81A3B5153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9910" y="2175309"/>
            <a:ext cx="4934479" cy="3621952"/>
          </a:xfrm>
        </p:spPr>
        <p:txBody>
          <a:bodyPr>
            <a:norm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IN" sz="2600" b="1" dirty="0">
                <a:latin typeface="Segoe UI" panose="020B0502040204020203" pitchFamily="34" charset="0"/>
              </a:rPr>
              <a:t>User Module</a:t>
            </a:r>
          </a:p>
          <a:p>
            <a:pPr fontAlgn="t">
              <a:lnSpc>
                <a:spcPts val="1500"/>
              </a:lnSpc>
              <a:buNone/>
            </a:pPr>
            <a:endParaRPr lang="en-IN" sz="26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Search books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Borrow books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Return books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Add to wish list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Segoe UI" panose="020B0502040204020203" pitchFamily="34" charset="0"/>
              </a:rPr>
              <a:t>View profile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30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F1DE-3C4A-557D-BE31-29A3C448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1" y="250371"/>
            <a:ext cx="8441483" cy="718893"/>
          </a:xfrm>
        </p:spPr>
        <p:txBody>
          <a:bodyPr/>
          <a:lstStyle/>
          <a:p>
            <a:pPr algn="ctr"/>
            <a:r>
              <a:rPr lang="en-IN" b="1" dirty="0"/>
              <a:t>User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B89B5-2CC2-19C7-1136-C6E7CB448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9" y="1115568"/>
            <a:ext cx="11129213" cy="54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3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B82D-DB32-502F-1F5A-78061B70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55599"/>
            <a:ext cx="8534400" cy="63500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Admin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A8617-9346-8925-01C6-16052EBF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86" y="990601"/>
            <a:ext cx="10399681" cy="574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21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65ED2-FCDC-B19A-813E-EBF3A4D9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863" y="177843"/>
            <a:ext cx="8534400" cy="1507067"/>
          </a:xfrm>
        </p:spPr>
        <p:txBody>
          <a:bodyPr>
            <a:normAutofit/>
          </a:bodyPr>
          <a:lstStyle/>
          <a:p>
            <a:pPr algn="ctr" fontAlgn="t">
              <a:lnSpc>
                <a:spcPts val="1500"/>
              </a:lnSpc>
            </a:pPr>
            <a:r>
              <a:rPr lang="en-IN" sz="4000" b="1">
                <a:latin typeface="Segoe UI" panose="020B0502040204020203" pitchFamily="34" charset="0"/>
              </a:rPr>
              <a:t>Advantages</a:t>
            </a:r>
            <a:br>
              <a:rPr lang="en-IN" sz="4000" b="1">
                <a:latin typeface="Segoe UI" panose="020B0502040204020203" pitchFamily="34" charset="0"/>
              </a:rPr>
            </a:br>
            <a:endParaRPr lang="en-IN" sz="4000" b="1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0350EBA-BDE9-AC6C-CA13-82A48C2E3F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6107" y="2233061"/>
          <a:ext cx="8534400" cy="3003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0991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2600CBB-0CF8-4237-8491-B7864363D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00EA7-3DED-59FD-4A36-A01D6B62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799010"/>
            <a:ext cx="9269412" cy="1155267"/>
          </a:xfrm>
        </p:spPr>
        <p:txBody>
          <a:bodyPr anchor="ctr">
            <a:normAutofit/>
          </a:bodyPr>
          <a:lstStyle/>
          <a:p>
            <a:pPr fontAlgn="t">
              <a:lnSpc>
                <a:spcPct val="90000"/>
              </a:lnSpc>
            </a:pPr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Future Enhancements</a:t>
            </a:r>
            <a:b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</a:br>
            <a:endParaRPr lang="en-IN" b="1">
              <a:solidFill>
                <a:srgbClr val="FFFFFF"/>
              </a:solidFill>
            </a:endParaRPr>
          </a:p>
        </p:txBody>
      </p:sp>
      <p:sp>
        <p:nvSpPr>
          <p:cNvPr id="39" name="Snip Diagonal Corner Rectangle 21">
            <a:extLst>
              <a:ext uri="{FF2B5EF4-FFF2-40B4-BE49-F238E27FC236}">
                <a16:creationId xmlns:a16="http://schemas.microsoft.com/office/drawing/2014/main" id="{E4CBBC1E-991D-4CF9-BCA5-AB149687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824" cy="4572000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489898-A3AD-6C05-8F61-09C8D12F5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694921"/>
              </p:ext>
            </p:extLst>
          </p:nvPr>
        </p:nvGraphicFramePr>
        <p:xfrm>
          <a:off x="965200" y="642939"/>
          <a:ext cx="10255250" cy="3403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3999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068AB-0CA8-64B3-1D0A-5E9DFE16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 fontAlgn="t"/>
            <a:r>
              <a:rPr lang="en-IN" b="1">
                <a:latin typeface="Segoe UI" panose="020B0502040204020203" pitchFamily="34" charset="0"/>
              </a:rPr>
              <a:t>Conclusion</a:t>
            </a:r>
            <a:br>
              <a:rPr lang="en-IN">
                <a:latin typeface="Segoe UI" panose="020B0502040204020203" pitchFamily="34" charset="0"/>
              </a:rPr>
            </a:br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FCD5E-26F9-BC35-E6D5-C2DAE2448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en-IN">
                <a:solidFill>
                  <a:schemeClr val="tx1"/>
                </a:solidFill>
                <a:latin typeface="Segoe UI" panose="020B0502040204020203" pitchFamily="34" charset="0"/>
              </a:rPr>
              <a:t>The Library Management System successfully digitizes library operations by providing efficient book management, borrowing, return tracking, fine management, and user-friendly access to resources. The system improves productivity, accuracy, and overall library service quality.</a:t>
            </a:r>
          </a:p>
          <a:p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820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62362DE-7747-4D8B-99FA-8E36F0B15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F8B04-F9DA-19F1-9BA2-264B6EAC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754" y="628617"/>
            <a:ext cx="6368858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11DDE820-54CE-8060-AAF3-85C25384F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633" y="1264416"/>
            <a:ext cx="4004489" cy="4004489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5123E6E-F713-4254-A6BF-358CC8EC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690FE0-5412-4598-8AD6-769BB36E2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4850BB6-6709-408E-BEFD-24DC5E3C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03B410-983E-40D8-A4EA-2BB747CB0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2B92421-6A58-4A51-AB7D-B97EA85E3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D092B0B-C6FB-4CDC-ABE8-5C817CAC6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263796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179</TotalTime>
  <Words>335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Segoe UI</vt:lpstr>
      <vt:lpstr>Wingdings 3</vt:lpstr>
      <vt:lpstr>Slice</vt:lpstr>
      <vt:lpstr>Library management system</vt:lpstr>
      <vt:lpstr>AGENDA</vt:lpstr>
      <vt:lpstr>  Introduction </vt:lpstr>
      <vt:lpstr>Problem Statement </vt:lpstr>
      <vt:lpstr>System Features </vt:lpstr>
      <vt:lpstr>Technology Stack </vt:lpstr>
      <vt:lpstr>System Architecture </vt:lpstr>
      <vt:lpstr>Modules of the System </vt:lpstr>
      <vt:lpstr>User Dashboard</vt:lpstr>
      <vt:lpstr>Admin dashboard</vt:lpstr>
      <vt:lpstr>Advantages </vt:lpstr>
      <vt:lpstr>Future Enhancements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Sravani Gella</dc:creator>
  <cp:lastModifiedBy>Sravani Gella</cp:lastModifiedBy>
  <cp:revision>1</cp:revision>
  <dcterms:created xsi:type="dcterms:W3CDTF">2026-07-06T05:48:46Z</dcterms:created>
  <dcterms:modified xsi:type="dcterms:W3CDTF">2026-07-06T11:04:34Z</dcterms:modified>
</cp:coreProperties>
</file>